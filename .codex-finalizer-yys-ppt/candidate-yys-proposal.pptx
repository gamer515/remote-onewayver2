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1f528e6454506" /><Relationship Type="http://schemas.openxmlformats.org/officeDocument/2006/relationships/extended-properties" Target="/docProps/app.xml" Id="R4be9e4ee361d4261" /><Relationship Type="http://schemas.openxmlformats.org/officeDocument/2006/relationships/officeDocument" Target="/ppt/presentation.xml" Id="R6feb400de783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7a8578afe4e5c"/>
  </p:sldMasterIdLst>
  <p:notesMasterIdLst>
    <p:notesMasterId xmlns:r="http://schemas.openxmlformats.org/officeDocument/2006/relationships" r:id="Rd48b129a1108408e"/>
  </p:notesMasterIdLst>
  <p:sldIdLst>
    <p:sldId xmlns:r="http://schemas.openxmlformats.org/officeDocument/2006/relationships" id="256" r:id="R0fbaec1511c046f5"/>
    <p:sldId xmlns:r="http://schemas.openxmlformats.org/officeDocument/2006/relationships" id="257" r:id="R8fc63160f5a940b9"/>
    <p:sldId xmlns:r="http://schemas.openxmlformats.org/officeDocument/2006/relationships" id="258" r:id="Re7a66137bab046a2"/>
    <p:sldId xmlns:r="http://schemas.openxmlformats.org/officeDocument/2006/relationships" id="259" r:id="Rb9503aae2d694e4a"/>
    <p:sldId xmlns:r="http://schemas.openxmlformats.org/officeDocument/2006/relationships" id="260" r:id="R7b076405ffd14a74"/>
    <p:sldId xmlns:r="http://schemas.openxmlformats.org/officeDocument/2006/relationships" id="261" r:id="R4960af4f7ebc4d89"/>
    <p:sldId xmlns:r="http://schemas.openxmlformats.org/officeDocument/2006/relationships" id="262" r:id="Rf2e16aa705094a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526102855423a" /><Relationship Type="http://schemas.openxmlformats.org/officeDocument/2006/relationships/slideMaster" Target="/ppt/slideMasters/slideMaster1.xml" Id="Rfc17a8578afe4e5c" /><Relationship Type="http://schemas.openxmlformats.org/officeDocument/2006/relationships/notesMaster" Target="/ppt/notesMasters/notesMaster1.xml" Id="Rd48b129a1108408e" /><Relationship Type="http://schemas.openxmlformats.org/officeDocument/2006/relationships/presProps" Target="/ppt/presProps.xml" Id="Re0fb8d932dd9456b" /><Relationship Type="http://schemas.openxmlformats.org/officeDocument/2006/relationships/tableStyles" Target="/ppt/tableStyles.xml" Id="R04dade797c9840f5" /><Relationship Type="http://schemas.openxmlformats.org/officeDocument/2006/relationships/slide" Target="/ppt/slides/slide1.xml" Id="R0fbaec1511c046f5" /><Relationship Type="http://schemas.openxmlformats.org/officeDocument/2006/relationships/slide" Target="/ppt/slides/slide2.xml" Id="R8fc63160f5a940b9" /><Relationship Type="http://schemas.openxmlformats.org/officeDocument/2006/relationships/slide" Target="/ppt/slides/slide3.xml" Id="Re7a66137bab046a2" /><Relationship Type="http://schemas.openxmlformats.org/officeDocument/2006/relationships/slide" Target="/ppt/slides/slide4.xml" Id="Rb9503aae2d694e4a" /><Relationship Type="http://schemas.openxmlformats.org/officeDocument/2006/relationships/slide" Target="/ppt/slides/slide5.xml" Id="R7b076405ffd14a74" /><Relationship Type="http://schemas.openxmlformats.org/officeDocument/2006/relationships/slide" Target="/ppt/slides/slide6.xml" Id="R4960af4f7ebc4d89" /><Relationship Type="http://schemas.openxmlformats.org/officeDocument/2006/relationships/slide" Target="/ppt/slides/slide7.xml" Id="Rf2e16aa70509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5bd86072c6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811e9033e412d" /><Relationship Type="http://schemas.openxmlformats.org/officeDocument/2006/relationships/notesMaster" Target="/ppt/notesMasters/notesMaster1.xml" Id="R6c0c7b00a4a2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bb91e812c1448e" /><Relationship Type="http://schemas.openxmlformats.org/officeDocument/2006/relationships/notesMaster" Target="/ppt/notesMasters/notesMaster1.xml" Id="Rd7c09dd5ae4c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303b59cdb34abf" /><Relationship Type="http://schemas.openxmlformats.org/officeDocument/2006/relationships/notesMaster" Target="/ppt/notesMasters/notesMaster1.xml" Id="R39291927610641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e4eafe8de4f06" /><Relationship Type="http://schemas.openxmlformats.org/officeDocument/2006/relationships/notesMaster" Target="/ppt/notesMasters/notesMaster1.xml" Id="R2f02895997e94f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37ab01bf2b4630" /><Relationship Type="http://schemas.openxmlformats.org/officeDocument/2006/relationships/notesMaster" Target="/ppt/notesMasters/notesMaster1.xml" Id="R51fca442b12746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77e567b2884073" /><Relationship Type="http://schemas.openxmlformats.org/officeDocument/2006/relationships/notesMaster" Target="/ppt/notesMasters/notesMaster1.xml" Id="R1ea8ce231767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e46c15706d44f3" /><Relationship Type="http://schemas.openxmlformats.org/officeDocument/2006/relationships/notesMaster" Target="/ppt/notesMasters/notesMaster1.xml" Id="Rfdd6fc0048e9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발표에서는 프로젝트 전체 설명을 짧게 제시한 뒤, 제가 담당할 내장형 한국어 LLM과 콘텐츠 데이터 제작 과정을 중심으로 설명합니다.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항목 중 설계목표의 명료성과 아이디어의 창의성에 해당하는 내용입니다. Reigns의 선택 방식과 생성형 서사의 장점을 참고하되, 구조화된 상태와 로컬 LLM을 결합하는 점을 차별점으로 설명합니다.</a:t>
            </a:r>
          </a:p>
          <a:p xmlns:a="http://schemas.openxmlformats.org/drawingml/2006/main">
            <a:r>
              <a:t>출처: C:/Users/유영선/Downloads/프로젝트_평가표양식_2026.pdf;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개발 내용보다 제가 맡은 구현 범위를 중심으로 설명합니다. 역할 분담의 적합성과 실제 수행 가능성을 보여 주는 슬라이드입니다.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API가 아니라 게임 내부에서 동작하는 한국어 LLM을 담당합니다. 모델 크기와 성능을 비교하고, 파인튜닝으로 허용된 부분만 변경하도록 학습시킬 계획입니다.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Excel은 기획 검토용 원본, JSON은 Unity 실행 데이터로 사용합니다. 참조 오류를 먼저 검사해 terrain, 사건과 미니게임을 반복해서 추가할 수 있는 구조를 만들 계획입니다.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도구를 단순 코드 생성에만 쓰지 않고 프로젝트 탐색, Unity 조작, 문서화와 반복 테스트에 활용합니다. 평가 기준의 기술 활용성과 계획의 실현 가능성을 설명합니다.</a:t>
            </a:r>
          </a:p>
          <a:p xmlns:a="http://schemas.openxmlformats.org/drawingml/2006/main">
            <a:r>
              <a:t>출처: C:/remote-OneWayVer2/outputs/제안서_유영선_존댓말본.docx; C:/Users/유영선/Downloads/프로젝트_평가표양식_2026.pdf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Word 제안서에서 확정한 유영선 개인 계획만 반영한 표입니다. 기존 구조 분석과 구현을 먼저 진행한 뒤 콘텐츠 확장, LLM 파인튜닝과 통합 테스트로 이어집니다.</a:t>
            </a:r>
          </a:p>
          <a:p xmlns:a="http://schemas.openxmlformats.org/drawingml/2006/main">
            <a:r>
              <a:t>출처: C:/remote-OneWayVer2/outputs/제안서_유영선_존댓말본.docx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8aafe6dce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bdccb3e0646e6" /><Relationship Type="http://schemas.openxmlformats.org/officeDocument/2006/relationships/slideLayout" Target="/ppt/slideLayouts/slideLayout1.xml" Id="R2a3f77fb631d4a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f77fb631d4a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53424bca74564" /><Relationship Type="http://schemas.openxmlformats.org/officeDocument/2006/relationships/notesSlide" Target="/ppt/notesSlides/notesSlide1.xml" Id="R91c5565a350f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f8eb946774636" /><Relationship Type="http://schemas.openxmlformats.org/officeDocument/2006/relationships/notesSlide" Target="/ppt/notesSlides/notesSlide2.xml" Id="Ra832a9acc1ef43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7966128d34e5f" /><Relationship Type="http://schemas.openxmlformats.org/officeDocument/2006/relationships/notesSlide" Target="/ppt/notesSlides/notesSlide3.xml" Id="R2e743787e4154b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a0b285e844b58" /><Relationship Type="http://schemas.openxmlformats.org/officeDocument/2006/relationships/notesSlide" Target="/ppt/notesSlides/notesSlide4.xml" Id="Rf5fc388c0d3046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8b66035234238" /><Relationship Type="http://schemas.openxmlformats.org/officeDocument/2006/relationships/notesSlide" Target="/ppt/notesSlides/notesSlide5.xml" Id="R356d9290109840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af7eaf81c4952" /><Relationship Type="http://schemas.openxmlformats.org/officeDocument/2006/relationships/notesSlide" Target="/ppt/notesSlides/notesSlide6.xml" Id="R20fd4cf93e75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870000fb4354" /><Relationship Type="http://schemas.openxmlformats.org/officeDocument/2006/relationships/notesSlide" Target="/ppt/notesSlides/notesSlide7.xml" Id="R51680d7ec85a43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0846B-A000-475C-B65F-11FA0D4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54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5457B-CFC7-43A2-8E7E-0F43B82B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AIML 응용프로젝트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005D8-7A82-49C2-B87F-75415519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LLM 기반의 동적 서사 생성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로그라이크 게임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3B281-D0AD-40F5-B9B8-D921A08D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rPr>
              <a:t>한국어 LLM을 게임 내부에 내장하고 플레이 기록에 따라</a:t>
            </a:r>
          </a:p>
          <a:p xmlns:a="http://schemas.openxmlformats.org/drawingml/2006/main">
            <a:pPr algn="l">
              <a:def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DDE6EA"/>
                </a:solidFill>
                <a:latin typeface="Noto Sans KR"/>
                <a:ea typeface="Noto Sans KR"/>
                <a:cs typeface="Noto Sans KR"/>
              </a:rPr>
              <a:t>다음 회차의 이야기와 콘텐츠를 변화시키는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25CA8-BEF0-4928-8ED9-0CFCC87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6299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465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D00AD-4158-41F3-96AE-F8A24F9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발표자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E1A5B-A34A-4836-9EAD-82FFC6D1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C211201 유영선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2A537-AC27-4519-964A-002E5FB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43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핵심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D17A0-1895-452A-8FBF-2CE8E136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102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내장 LLM · Excel/JSON · terrain · 미니게임</a:t>
            </a:r>
          </a:p>
        </p:txBody>
      </p:sp>
    </p:spTree>
    <p:extLst>
      <p:ext uri="{BB962C8B-B14F-4D97-AF65-F5344CB8AC3E}">
        <p14:creationId xmlns:p14="http://schemas.microsoft.com/office/powerpoint/2010/main" val="1166496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B3213-D09F-493B-848E-FAC242E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프로젝트 목표와 차별성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8FC1B-013C-4140-B1A1-92AAE33D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AA795-DB71-4C63-A093-7BAC885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135A2-C7A9-46EE-B7EF-78418C1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07B7E-577A-4DED-A8A4-ACAB40B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플레이어의 선택과 이전 회차 기록을 사용해 다음 구간의 이야기 표현을 바꾸고,</a:t>
            </a:r>
          </a:p>
          <a:p xmlns:a="http://schemas.openxmlformats.org/drawingml/2006/main">
            <a:pPr algn="l">
              <a:def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terrain 환경과 미니게임까지 하나의 반복 플레이 구조로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DAF6F-8273-4BD5-B910-B25F399B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6D2A1-22F7-438C-AC39-3BA48DE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F0D0D-50BA-40A8-A806-93BA899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C5DFC-4702-41EF-A181-66EF4639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선택, 방문 사건, 인물 관계, 아이템과 해금 상태를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FD9B6-A00D-4E3D-B4FD-3337190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D6614-3A73-4B9E-842A-E0E5D6C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FB363-BC71-47E0-BA79-A2E75E4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3E51B-F2AB-4796-860C-5ADBA3D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내장형 한국어 LLM이 허용된 카드 문장과 세부 전개를 변경합니다.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8F859-F0A7-40D5-80FC-51D8C707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2956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EB991-551F-4024-9DBB-3386BE37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2C16F-1222-4E96-9B90-36F3022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콘텐츠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8038B-E8A0-4424-A143-7B7C28D2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변경된 이야기를 terrain, Encounter와 미니게임 결과에 반영합니다.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7BC25-B328-4658-83D2-CF37B028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54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854F"/>
                </a:solidFill>
                <a:latin typeface="Noto Sans KR"/>
                <a:ea typeface="Noto Sans KR"/>
                <a:cs typeface="Noto Sans KR"/>
              </a:rPr>
              <a:t>차별성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0FE8-7BE3-49F9-ADD6-3352F99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66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외부 서버 없이도 한국어 이야기 변경 기능을 실행합니다.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자유 생성 범위를 JSON 구조와 게임 상태 안으로 제한해 진행 안정성을 확보합니다.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문장 변화에 그치지 않고 환경, 선택 조건과 미니게임의 연결까지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419680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B37FD-2FEC-4A47-89A0-8293162A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유영선 담당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0A5F1-0BFF-4310-ABBE-2910749A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59E4A-9863-48C7-A49B-54DDA96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2FF68-CE5F-4F3D-8DE1-C2559CB5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프로젝트에서 제가 직접 설계하고 구현할 네 가지 범위입니다.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F2F8D-C974-4B83-B572-1E2416DD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08716-1F1E-4FA4-AE5C-1CBF704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7996B-D85C-4A79-B9F4-C7A4F23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한국어 LLM 내장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67CFB-306A-4499-91C2-29F5DEF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모델 선정, 파인튜닝, 경량화와 로컬 추론 환경을 구성합니다.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525A2-829E-4F72-AADB-E6F2CC3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B8E84-3227-4453-A3B1-AA52A308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22EC7-C9BB-4938-B90B-06B7BC7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데이터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66EFA-2EDA-49AE-AF2A-5246808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입력·출력 JSON을 정의하고 문맥, 식별자와 변경 범위를 검사합니다.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E1DFE-8A92-4CC9-A7B0-CEC8766F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CF892-922B-43E7-A65B-882AF43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26E15-C27D-4CF3-BE31-11CA936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terrain 콘텐츠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573B5-0CE4-427E-9DD4-5D650D1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Excel 원본과 JSON 실행 데이터를 연결해 환경과 사건을 구성합니다.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83786-F834-4835-9DC5-6B4F02F9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5143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FA54D-D095-42F7-8D98-3DBDFF0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30C19-A5A2-4AB1-A001-D73CC81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미니게임과 진행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E7DE0-B2AC-4219-952F-2C6DC216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724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코인, 튜토리얼과 후속 미니게임의 결과를 보상과 이야기로 반영합니다.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1BF08-7DC7-41C4-A0D8-08E26AD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기존 선택형 스토리 UI, 세이브 데이터와 인벤토리 구조를 발전시키며 새로운 콘텐츠를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386077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63D4A-21E7-4D95-A478-CE0BCD9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내장형 한국어 LLM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C9B1E-6676-4292-86E8-2FBB780A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3DC26-CA4B-4191-836D-59132C4E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E1257-FCDE-46C1-80D4-AC1A6EC2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게임 내부 추론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4075F-86C6-4693-A3C8-DA4CF31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A941B-EEF9-4DE7-90A1-99C3C723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1B7EB-7CBB-48F7-AD64-8D6829A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23844-51A6-4031-B60D-C25421A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선택·사건·관계·현재 terrain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6DA43-5E9D-4305-B301-23AD7E4B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BACEE-BF87-41D9-81F3-7FAF9A8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28D4E-DFD5-41EE-ACBA-94EBE9FD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입력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5DC16-7214-49EA-AA29-26C9AA6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변경 대상 카드와 허용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2CCF5-2A88-457D-BDF9-AA53636D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AF23F-0851-4AB3-9B0E-B274806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5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1A4AC-292E-4201-8622-26DE659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로컬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496B4-C9DA-4772-8F5A-CDAE0E07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한국어 이야기 변경안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E1D35-AA3A-4163-89A8-5CB869B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55816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3F800-5D9A-41C1-ABAF-323BE697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8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F5141-0F03-42A6-AEAC-3D2ED737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검증과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95521-FD36-4871-87F4-D49192CC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문맥·형식·식별자 검사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078BF-45E1-4BB1-BD72-A77EF29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5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검증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9CB93-62A8-40CB-A478-CC5E1CA4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33550"/>
            <a:ext cx="4705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인터넷 연결 없이 모델이 정상적으로 로드되는지 확인합니다.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한국어 문장의 자연스러움과 인물·장소의 일관성을 비교합니다.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요청한 JSON 필드와 카드 순서를 유지하는지 검사합니다.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메모리 사용량, 초기 로딩과 추론 시간을 측정합니다.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25AAA-D6B6-4404-9F9A-DC273957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4686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64C82-DD52-49BF-B179-A73BE9FA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EEF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EEF0"/>
                </a:solidFill>
                <a:latin typeface="Noto Sans KR"/>
                <a:ea typeface="Noto Sans KR"/>
                <a:cs typeface="Noto Sans KR"/>
              </a:rPr>
              <a:t>파인튜닝 목표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B79CF-876F-4DDD-A214-3EFBA376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사건은 유지하면서 허용된 문장과 세부 전개만 변경하는 한국어 모델</a:t>
            </a:r>
          </a:p>
        </p:txBody>
      </p:sp>
    </p:spTree>
    <p:extLst>
      <p:ext uri="{BB962C8B-B14F-4D97-AF65-F5344CB8AC3E}">
        <p14:creationId xmlns:p14="http://schemas.microsoft.com/office/powerpoint/2010/main" val="2056430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C5D6A-C202-42A0-8186-2523664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Excel·JSON 콘텐츠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A10C1-32D3-410E-B8DE-F0D7D90C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ED96A-D908-4250-80FC-CA1312B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4F682-66BB-4F43-9A1F-9EF20C97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기획자가 전체 관계를 확인하고 Unity가 검증된 데이터만 읽도록 제작 절차를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8DF4B-F51C-4BFA-8D99-615A46B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E6DA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D998D-115A-467E-8332-A927C75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Excel 콘텐츠 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DCA37-0197-4107-835F-A1DF3C56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terrain, 인물, Story, Interaction,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아이템과 미니게임 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4ADA4-7547-4F62-B2BC-F435637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4DB2-EDC5-4586-841D-ECF18B3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변환·참조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6FF4C-4C98-4EDF-BA4A-5D87806B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placeId, prefabId, 이야기 경로,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해금 키의 누락과 중복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DFCD9-BD8E-4430-97B1-48B92D4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E70B9-BC75-44C4-9F62-89A8D62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JSON 실행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4F071-F57F-4A18-8FF4-878826E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검증된 배치, 조건, 보상과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후속 이야기 연결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DF328-BECD-44E7-B4CF-6AF8C895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5908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C8E58-B2FA-4CAF-8917-0213A56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Unity 콘텐츠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BA8CB-30E4-4E16-B999-04B0100F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38450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 prefab, NPC, Encounter와</a:t>
            </a:r>
          </a:p>
          <a:p xmlns:a="http://schemas.openxmlformats.org/drawingml/2006/main">
            <a:pPr algn="ctr">
              <a:def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미니게임을 실행 시점에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23F2A-8CCB-4A53-B423-D6BFFC00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콘텐츠 단위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39ECE-A4CD-42EE-8B54-D07240A7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84357-B7A2-4DAE-AEE5-0256130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환경 prefab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67841-98EF-4C6A-9D3C-7086DD67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C4FF5-C91D-420B-AF5A-396C02D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등장 인물·사건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C54C1-D59C-4C73-868C-70991710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31E9D-8A2D-41DD-B0AE-8D3476B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선택·해금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FE2B7-BA47-4517-AFA9-3CD605A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D10C0-983C-45E7-AA06-25A1C53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미니게임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C4E72E-B445-4696-85B8-ED4D989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1924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EB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3850E-B86D-491F-8CC8-3DAE9C87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054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후속 이야기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D3875-E36E-490B-848A-B389960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새로운 terrain과 미니게임을 기존 코드를 크게 바꾸지 않고 데이터와 모듈 추가 방식으로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1647230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C8901-9320-4095-BB33-0E154F02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개발 환경과 검증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EA83-4B08-425A-9E21-C6480D63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D1C69-0F81-4CCD-B4FE-F723620C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5F736-1C25-4F2D-B329-AB88891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개발 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A7B1B-282D-45C9-8583-F71EB67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8768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E62AC-2B98-4D18-903E-58FDB4E3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게임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2A272-BCED-4589-BB29-29F234A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Unity 6.3 LTS · C# · Visual Studio 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3D473-2D36-4994-9E0F-0D90150F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C7A9A-B537-4FCD-82CD-AC55C3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4EAED-A75E-443E-A409-C4E49C38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67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Excel 콘텐츠 맵 · JSON · ScriptableObject · prefab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AF0BF-7F6A-44FB-BE29-7AFD45D9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CB9ED-C6D8-4E26-8378-6647770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05376-A327-4E1F-B863-A254A7C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한국어 LLM 파인튜닝 · 경량화 · 로컬 추론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3E0A1-B2A1-4A1C-80C9-C528DB2B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A7A7C-1AAA-48FF-B630-C45E0F7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2E89D-539F-436E-8D5B-AE3278E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00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Codex · CLI · MCP · 플러그인 · 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35357-D5A1-4EBA-A7B3-080641E3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693C4-5AE3-439A-8024-A4DE93E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F79A0-A320-4E22-B921-995232BF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E2933"/>
                </a:solidFill>
                <a:latin typeface="Noto Sans KR"/>
                <a:ea typeface="Noto Sans KR"/>
                <a:cs typeface="Noto Sans KR"/>
              </a:rPr>
              <a:t>Git · GitHub Desktop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FF246-5E9B-4490-9312-986603C6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9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검증 계획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54F02-A8F1-4456-9F80-B9797DC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2323B-6AE0-4B0F-A962-8601582E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내장 모델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E3A74-BBCA-4AEE-A254-81C74A9B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오프라인 로드, 메모리와 추론 시간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2938E-CFCE-4D9A-A4BA-D8DAF25D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0EDB9-24F3-4463-A0FD-9E56F83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이야기 품질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1AD40-4054-4413-9ECD-D86BE1F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한국어 자연스러움, 사건과 인물의 일관성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0E096-36CE-4882-9FA3-1D1C9A2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E3AD1-7888-4A62-890F-CC89BBFC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데이터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589DC-0B38-4E65-A180-1A0811CA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Excel·JSON 대응, 식별자와 경로 참조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57234-2F11-49EC-B2C6-C58EFC59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911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999F1-3482-4FC0-AF11-95EB2E1E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플레이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D17E8-7757-4E85-96D0-125647A9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006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terrain 배치, 저장 복원과 미니게임 결과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A2621E-6459-4217-B6CC-1BBE445E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674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생성 결과는 실행과 렌더링 결과로 확인하고, 실패 시 검증된 기본 데이터로 복구합니다.</a:t>
            </a:r>
          </a:p>
        </p:txBody>
      </p:sp>
    </p:spTree>
    <p:extLst>
      <p:ext uri="{BB962C8B-B14F-4D97-AF65-F5344CB8AC3E}">
        <p14:creationId xmlns:p14="http://schemas.microsoft.com/office/powerpoint/2010/main" val="343632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77DF-B1AB-4E98-A5D8-449F531D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유영선 수행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8AD43-3BCD-4F3F-8430-AC72A696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788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2B59D-C5F2-429C-94B2-E782D63B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A16CA-7DFE-4353-9C40-20CBCF4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E6B7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E6B75"/>
                </a:solidFill>
                <a:latin typeface="Noto Sans KR"/>
                <a:ea typeface="Noto Sans KR"/>
                <a:cs typeface="Noto Sans KR"/>
              </a:rPr>
              <a:t>D 진행·완료   P 계획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  <a:gridCol w="572738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설계요소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38100" marR="38100" marT="28575" marB="28575" anchor="ctr">
                    <a:solidFill>
                      <a:srgbClr val="17304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 및 기존 구조 분석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선택형 스토리와 저장 구조 정비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LLM 이야기 변형 및 응답 검증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terrain prefab과 JSON 환경 구성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코인 및 튜토리얼 미니게임 구현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B34F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</a:t>
                      </a:r>
                    </a:p>
                  </a:txBody>
                  <a:tcPr marL="19050" marR="19050" marT="19050" marB="19050" anchor="ctr"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Excel JSON 콘텐츠 관리 절차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terrain별 환경 이야기 미니게임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한국어 LLM 비교 및 파인튜닝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17304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통합 성능 사용성 테스트</a:t>
                      </a:r>
                    </a:p>
                  </a:txBody>
                  <a:tcPr marL="66675" marR="38100" marT="28575" marB="28575" anchor="ctr">
                    <a:solidFill>
                      <a:srgbClr val="E9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8788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</a:t>
                      </a:r>
                    </a:p>
                  </a:txBody>
                  <a:tcPr marL="19050" marR="19050" marT="19050" marB="19050" anchor="ctr"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5E6B7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19050" marR="190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C246F-84C2-46CC-A9F4-4A3DA37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042"/>
                </a:solidFill>
                <a:latin typeface="Noto Sans KR"/>
                <a:ea typeface="Noto Sans KR"/>
                <a:cs typeface="Noto Sans KR"/>
              </a:rPr>
              <a:t>전반부에는 기존 구조와 데이터 흐름을 정비하고, 후반부에는 한국어 LLM과 콘텐츠 통합 검증에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251840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2026-09-25T16:58:12.1530000Z</dcterms:created>
  <dcterms:modified xsi:type="dcterms:W3CDTF">2026-09-25T16:58:12.1530000Z</dcterms:modified>
</coreProperties>
</file>
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7d4eb9820114948" /><Relationship Type="http://schemas.openxmlformats.org/officeDocument/2006/relationships/extended-properties" Target="/docProps/app.xml" Id="R0e0568af85f74525" /><Relationship Type="http://schemas.openxmlformats.org/officeDocument/2006/relationships/officeDocument" Target="/ppt/presentation.xml" Id="R35d53f3caa044d8b" /></Relationships>
</file>

<file path=ppt/presentation.xml><?xml version="1.0" encoding="utf-8"?>
<p:presentation xmlns:p="http://schemas.openxmlformats.org/presentationml/2006/main">
  <p:sldMasterIdLst>
    <p:sldMasterId xmlns:r="http://schemas.openxmlformats.org/officeDocument/2006/relationships" id="2147483648" r:id="R7db640c0fad6465e"/>
  </p:sldMasterIdLst>
  <p:notesMasterIdLst>
    <p:notesMasterId xmlns:r="http://schemas.openxmlformats.org/officeDocument/2006/relationships" r:id="R4cb98aa3274f48c0"/>
  </p:notesMasterIdLst>
  <p:sldIdLst>
    <p:sldId xmlns:r="http://schemas.openxmlformats.org/officeDocument/2006/relationships" id="256" r:id="R375d093a562a45d1"/>
    <p:sldId xmlns:r="http://schemas.openxmlformats.org/officeDocument/2006/relationships" id="257" r:id="Rbf6da25f21c941dd"/>
    <p:sldId xmlns:r="http://schemas.openxmlformats.org/officeDocument/2006/relationships" id="258" r:id="Rfe71e36896e84847"/>
    <p:sldId xmlns:r="http://schemas.openxmlformats.org/officeDocument/2006/relationships" id="259" r:id="Ra45be323ff0740e9"/>
    <p:sldId xmlns:r="http://schemas.openxmlformats.org/officeDocument/2006/relationships" id="260" r:id="Ra7ad9402e2e84130"/>
    <p:sldId xmlns:r="http://schemas.openxmlformats.org/officeDocument/2006/relationships" id="261" r:id="R6242ad39fe9c47ae"/>
    <p:sldId xmlns:r="http://schemas.openxmlformats.org/officeDocument/2006/relationships" id="262" r:id="Rb9a8cc13c10d425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190c61025f24065" /><Relationship Type="http://schemas.openxmlformats.org/officeDocument/2006/relationships/slideMaster" Target="/ppt/slideMasters/slideMaster1.xml" Id="R7db640c0fad6465e" /><Relationship Type="http://schemas.openxmlformats.org/officeDocument/2006/relationships/notesMaster" Target="/ppt/notesMasters/notesMaster1.xml" Id="R4cb98aa3274f48c0" /><Relationship Type="http://schemas.openxmlformats.org/officeDocument/2006/relationships/presProps" Target="/ppt/presProps.xml" Id="R29959c081780486d" /><Relationship Type="http://schemas.openxmlformats.org/officeDocument/2006/relationships/tableStyles" Target="/ppt/tableStyles.xml" Id="R1c2cde2fccd245a1" /><Relationship Type="http://schemas.openxmlformats.org/officeDocument/2006/relationships/slide" Target="/ppt/slides/slide1.xml" Id="R375d093a562a45d1" /><Relationship Type="http://schemas.openxmlformats.org/officeDocument/2006/relationships/slide" Target="/ppt/slides/slide2.xml" Id="Rbf6da25f21c941dd" /><Relationship Type="http://schemas.openxmlformats.org/officeDocument/2006/relationships/slide" Target="/ppt/slides/slide3.xml" Id="Rfe71e36896e84847" /><Relationship Type="http://schemas.openxmlformats.org/officeDocument/2006/relationships/slide" Target="/ppt/slides/slide4.xml" Id="Ra45be323ff0740e9" /><Relationship Type="http://schemas.openxmlformats.org/officeDocument/2006/relationships/slide" Target="/ppt/slides/slide5.xml" Id="Ra7ad9402e2e84130" /><Relationship Type="http://schemas.openxmlformats.org/officeDocument/2006/relationships/slide" Target="/ppt/slides/slide6.xml" Id="R6242ad39fe9c47ae" /><Relationship Type="http://schemas.openxmlformats.org/officeDocument/2006/relationships/slide" Target="/ppt/slides/slide7.xml" Id="Rb9a8cc13c10d425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98fb526d2e94fc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cb4f90c5df94a28" /><Relationship Type="http://schemas.openxmlformats.org/officeDocument/2006/relationships/notesMaster" Target="/ppt/notesMasters/notesMaster1.xml" Id="R65ee92d1e80a4f9b" /></Relationships>
</file>

<file path=ppt/notesSlides/_rels/notesSlide2.xml.rels>&#65279;<?xml version="1.0" encoding="utf-8"?><Relationships xmlns="http://schemas.openxmlformats.org/package/2006/relationships"><Relationship Type="http://schemas.openxmlformats.org/officeDocument/2006/relationships/slide" Target="/ppt/slides/slide2.xml" Id="R3e57ece7320e468c" /><Relationship Type="http://schemas.openxmlformats.org/officeDocument/2006/relationships/notesMaster" Target="/ppt/notesMasters/notesMaster1.xml" Id="R0045a634039a4f34" /></Relationships>
</file>

<file path=ppt/notesSlides/_rels/notesSlide3.xml.rels>&#65279;<?xml version="1.0" encoding="utf-8"?><Relationships xmlns="http://schemas.openxmlformats.org/package/2006/relationships"><Relationship Type="http://schemas.openxmlformats.org/officeDocument/2006/relationships/slide" Target="/ppt/slides/slide3.xml" Id="Ra0406c57dad74c12" /><Relationship Type="http://schemas.openxmlformats.org/officeDocument/2006/relationships/notesMaster" Target="/ppt/notesMasters/notesMaster1.xml" Id="R43d28262bfe74458" /></Relationships>
</file>

<file path=ppt/notesSlides/_rels/notesSlide4.xml.rels>&#65279;<?xml version="1.0" encoding="utf-8"?><Relationships xmlns="http://schemas.openxmlformats.org/package/2006/relationships"><Relationship Type="http://schemas.openxmlformats.org/officeDocument/2006/relationships/slide" Target="/ppt/slides/slide4.xml" Id="R1944fb3cf0e641f6" /><Relationship Type="http://schemas.openxmlformats.org/officeDocument/2006/relationships/notesMaster" Target="/ppt/notesMasters/notesMaster1.xml" Id="R09823fd0b1754fca" /></Relationships>
</file>

<file path=ppt/notesSlides/_rels/notesSlide5.xml.rels>&#65279;<?xml version="1.0" encoding="utf-8"?><Relationships xmlns="http://schemas.openxmlformats.org/package/2006/relationships"><Relationship Type="http://schemas.openxmlformats.org/officeDocument/2006/relationships/slide" Target="/ppt/slides/slide5.xml" Id="R9666bd39f184498d" /><Relationship Type="http://schemas.openxmlformats.org/officeDocument/2006/relationships/notesMaster" Target="/ppt/notesMasters/notesMaster1.xml" Id="Ra23679948dd143fd" /></Relationships>
</file>

<file path=ppt/notesSlides/_rels/notesSlide6.xml.rels>&#65279;<?xml version="1.0" encoding="utf-8"?><Relationships xmlns="http://schemas.openxmlformats.org/package/2006/relationships"><Relationship Type="http://schemas.openxmlformats.org/officeDocument/2006/relationships/slide" Target="/ppt/slides/slide6.xml" Id="R7b12d088e5a24da1" /><Relationship Type="http://schemas.openxmlformats.org/officeDocument/2006/relationships/notesMaster" Target="/ppt/notesMasters/notesMaster1.xml" Id="R31ddeee25016491d" /></Relationships>
</file>

<file path=ppt/notesSlides/_rels/notesSlide7.xml.rels>&#65279;<?xml version="1.0" encoding="utf-8"?><Relationships xmlns="http://schemas.openxmlformats.org/package/2006/relationships"><Relationship Type="http://schemas.openxmlformats.org/officeDocument/2006/relationships/slide" Target="/ppt/slides/slide7.xml" Id="R40b697e883004f36" /><Relationship Type="http://schemas.openxmlformats.org/officeDocument/2006/relationships/notesMaster" Target="/ppt/notesMasters/notesMaster1.xml" Id="Rd54251648b4a42f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시간 10초. 안녕하세요, C211201 유영선입니다. 저는 선택형 로그라이크 게임에서 한국어 LLM과 콘텐츠 데이터 시스템을 담당하고 있습니다. 지금부터 제가 구현할 기능과 계획을 말씀드리겠습니다.</a:t>
            </a:r>
          </a:p>
          <a:p xmlns:a="http://schemas.openxmlformats.org/drawingml/2006/main">
            <a:r>
              <a:t>출처: C:/remote-OneWayVer2/outputs/제안서_유영선_존댓말본.docx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시간 25초. 플레이어는 조작기로 terrain을 탐색하고 인물과 대화합니다. 선택을 통해 능력치를 관리하고, 상황에 맞는 퀘스트와 미니게임을 수행합니다. 여기서 얻은 보상과 해금 상태를 쌓아 각 챕터의 전투를 준비합니다. 저는 이 흐름에서 이야기 변화, 환경 구성과 미니게임 결과의 연결을 구현합니다.</a:t>
            </a:r>
          </a:p>
          <a:p xmlns:a="http://schemas.openxmlformats.org/drawingml/2006/main">
            <a:r>
              <a:t>이미지: OpenAI ImageGen으로 제작한 프로젝트 설명용 개념 이미지</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시간 45초. Reigns는 미리 작성된 카드에서 좌우 선택을 하고 네 지표의 균형을 관리합니다. 저희 게임은 이 선택 구조에 이전 플레이 기록을 반영하는 로컬 한국어 LLM과 실제 terrain·퀘스트·미니게임 연결을 추가합니다. 현재 코드는 입력 형식이 정규식에 의존하고 한국어 이름 보호와 의미 검사가 부족합니다. 따라서 버전이 있는 JSON에 변경 금지 인물과 장소를 명시하고, 이전과 다음 대사를 함께 제공하겠습니다. 같은 입력에서 후보 세 개를 만든 뒤 규칙, 의미, 루트 검사를 통과한 결과만 사용하고 모두 실패하면 원문으로 복구하겠습니다. 이 구조를 먼저 안정화한 뒤 Kanana 1.3B와 3B를 같은 평가셋으로 비교하겠습니다.</a:t>
            </a:r>
          </a:p>
          <a:p xmlns:a="http://schemas.openxmlformats.org/drawingml/2006/main">
            <a:r>
              <a:t>Reigns 공식 설명: https://www.devolverdigital.com/games/reigns</a:t>
            </a:r>
          </a:p>
          <a:p xmlns:a="http://schemas.openxmlformats.org/drawingml/2006/main">
            <a:r>
              <a:t>Kanana-2-3B 공식 모델: https://huggingface.co/kakaocorp/kanana-2-3b-instruct</a:t>
            </a:r>
          </a:p>
          <a:p xmlns:a="http://schemas.openxmlformats.org/drawingml/2006/main">
            <a:r>
              <a:t>코드 출처: C:/Users/유영선/.codex/attachments/5bfba1a3-0c58-4647-b892-df9d0e33c049/붙여넣은 텍스트.txt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시간 20초. 제 담당 업무도 개선 구조에 맞춰 네 단계로 정리했습니다. 먼저 JSON 입력 형식과 변경 금지 항목을 정의합니다. 다음으로 약 13억 개 파라미터의 Kanana 1.3B와 약 30억 개 파라미터의 3B를 같은 데이터로 비교합니다. 규칙·의미·루트 검증과 원문 복구를 구현한 뒤 검증된 결과만 게임에 반영하겠습니다. B는 Billion, 즉 10억을 뜻합니다.</a:t>
            </a:r>
          </a:p>
          <a:p xmlns:a="http://schemas.openxmlformats.org/drawingml/2006/main">
            <a:r>
              <a:t>출처: C:/remote-OneWayVer2/outputs/제안서_유영선_존댓말본.docx; C:/Users/유영선/.codex/attachments/5bfba1a3-0c58-4647-b892-df9d0e33c049/붙여넣은 텍스트.txt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시간 25초. 전체 과정은 다섯 단계입니다. 플레이 상태를 수집하고 파이댄틱과 JSON Schema로 입력을 먼저 검사합니다. 파이댄틱은 Python에서 필수 값과 데이터 형식이 맞는지 확인하고 오류를 알려 주는 입력 검증 도구입니다. 이후 후보 세 개를 생성하고 규칙·의미·루트 검사를 통과한 결과만 Unity에 반영합니다. 좋은 결과와 실패 이유는 이후 LoRA 학습 데이터로 사용하겠습니다.</a:t>
            </a:r>
          </a:p>
          <a:p xmlns:a="http://schemas.openxmlformats.org/drawingml/2006/main">
            <a:r>
              <a:t>출처: C:/remote-OneWayVer2/outputs/제안서_유영선_존댓말본.docx; C:/Users/유영선/.codex/attachments/5bfba1a3-0c58-4647-b892-df9d0e33c049/붙여넣은 텍스트.txt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시간 30초. 검증은 네 부분으로 진행합니다. 먼저 JSON 형식과 한국어 인물·장소 보존을 확인합니다. 다음으로 앞뒤 문맥, 핵심 사건과 현재 루트를 유지하는지 검사합니다. 같은 평가 데이터로 1.3B와 3B의 자연스러움, 반복 표현과 원문 복구율을 비교하고, 로딩 시간과 GPU 메모리도 측정합니다. 현재 재시도와 원문 복구가 구현되어 있으므로 입력 표준화와 후보 평가를 먼저 추가한 뒤, 승인 데이터가 충분히 쌓였을 때 파인튜닝하겠습니다.</a:t>
            </a:r>
          </a:p>
          <a:p xmlns:a="http://schemas.openxmlformats.org/drawingml/2006/main">
            <a:r>
              <a:t>Kanana-2-3B 공식 모델: https://huggingface.co/kakaocorp/kanana-2-3b-instruct</a:t>
            </a:r>
          </a:p>
          <a:p xmlns:a="http://schemas.openxmlformats.org/drawingml/2006/main">
            <a:r>
              <a:t>출처: C:/Users/유영선/.codex/attachments/5bfba1a3-0c58-4647-b892-df9d0e33c049/붙여넣은 텍스트.txt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시간 15초. 전반부에는 기존 구조와 데이터 흐름을 정비하고, 후반부에는 콘텐츠 확장, 한국어 LLM 파인튜닝과 통합 테스트를 진행합니다. 유영선 개인 계획만 반영한 표입니다.</a:t>
            </a:r>
          </a:p>
          <a:p xmlns:a="http://schemas.openxmlformats.org/drawingml/2006/main">
            <a:r>
              <a:t>출처: C:/remote-OneWayVer2/outputs/제안서_유영선_존댓말본.docx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82f3100ed90468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4290f9172e14b73" /><Relationship Type="http://schemas.openxmlformats.org/officeDocument/2006/relationships/slideLayout" Target="/ppt/slideLayouts/slideLayout1.xml" Id="R6d2b9b0c07f941b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d2b9b0c07f941b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e5355a7ecb24e56" /><Relationship Type="http://schemas.openxmlformats.org/officeDocument/2006/relationships/notesSlide" Target="/ppt/notesSlides/notesSlide1.xml" Id="Re333322c68064d6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185b184fe554c91" /><Relationship Type="http://schemas.openxmlformats.org/officeDocument/2006/relationships/image" Target="/ppt/media/image.png" Id="Rb812ca0c48e6462a" /><Relationship Type="http://schemas.openxmlformats.org/officeDocument/2006/relationships/notesSlide" Target="/ppt/notesSlides/notesSlide2.xml" Id="R933dbbbd40c2414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85dd7b744f144b5" /><Relationship Type="http://schemas.openxmlformats.org/officeDocument/2006/relationships/notesSlide" Target="/ppt/notesSlides/notesSlide3.xml" Id="R566475074796401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ed52d0c131949f8" /><Relationship Type="http://schemas.openxmlformats.org/officeDocument/2006/relationships/notesSlide" Target="/ppt/notesSlides/notesSlide4.xml" Id="Re9be76064b4744d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9069ed981604638" /><Relationship Type="http://schemas.openxmlformats.org/officeDocument/2006/relationships/notesSlide" Target="/ppt/notesSlides/notesSlide5.xml" Id="R79e737ee43b6450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3a5a66eb18b406f" /><Relationship Type="http://schemas.openxmlformats.org/officeDocument/2006/relationships/notesSlide" Target="/ppt/notesSlides/notesSlide6.xml" Id="R347899c952f94aa7"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f82c1b79c094e90" /><Relationship Type="http://schemas.openxmlformats.org/officeDocument/2006/relationships/notesSlide" Target="/ppt/notesSlides/notesSlide7.xml" Id="R3594ba8775814208" /></Relationships>
</file>

<file path=ppt/slides/slide1.xml><?xml version="1.0" encoding="utf-8"?>
<p:sld xmlns:p="http://schemas.openxmlformats.org/presentationml/2006/main">
  <p:cSld>
    <p:bg>
      <p:bgPr>
        <a:solidFill xmlns:a="http://schemas.openxmlformats.org/drawingml/2006/main">
          <a:srgbClr val="173042"/>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0FBC4134-9EAF-4BFF-812E-DABC9D648952}"/>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D9854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4BBCC77-9907-4308-8D64-55B25759D1D5}"/>
              </a:ext>
            </a:extLst>
          </p:cNvPr>
          <p:cNvSpPr>
            <a:spLocks xmlns:a="http://schemas.openxmlformats.org/drawingml/2006/main" noGrp="1"/>
          </p:cNvSpPr>
          <p:nvPr/>
        </p:nvSpPr>
        <p:spPr>
          <a:xfrm xmlns:a="http://schemas.openxmlformats.org/drawingml/2006/main">
            <a:off x="781050" y="685800"/>
            <a:ext cx="4000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575" b="1">
                <a:solidFill>
                  <a:srgbClr val="D9EEF0"/>
                </a:solidFill>
                <a:latin typeface="Noto Sans KR"/>
                <a:ea typeface="Noto Sans KR"/>
                <a:cs typeface="Noto Sans KR"/>
              </a:defRPr>
            </a:pPr>
            <a:r>
              <a:rPr sz="1575" b="1">
                <a:solidFill>
                  <a:srgbClr val="D9EEF0"/>
                </a:solidFill>
                <a:latin typeface="Noto Sans KR"/>
                <a:ea typeface="Noto Sans KR"/>
                <a:cs typeface="Noto Sans KR"/>
              </a:rPr>
              <a:t>AIML 응용프로젝트 2</a:t>
            </a:r>
          </a:p>
        </p:txBody>
      </p:sp>
      <p:sp>
        <p:nvSpPr>
          <p:cNvPr id="3" name="">
            <a:extLst xmlns:a="http://schemas.openxmlformats.org/drawingml/2006/main">
              <a:ext uri="{FF2B5EF4-FFF2-40B4-BE49-F238E27FC236}">
                <a16:creationId xmlns:a16="http://schemas.microsoft.com/office/drawing/2014/main" id="{5BACBD83-51DA-41DD-BCB4-185AED770ABA}"/>
              </a:ext>
            </a:extLst>
          </p:cNvPr>
          <p:cNvSpPr>
            <a:spLocks xmlns:a="http://schemas.openxmlformats.org/drawingml/2006/main" noGrp="1"/>
          </p:cNvSpPr>
          <p:nvPr/>
        </p:nvSpPr>
        <p:spPr>
          <a:xfrm xmlns:a="http://schemas.openxmlformats.org/drawingml/2006/main">
            <a:off x="762000" y="1428750"/>
            <a:ext cx="78105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4350" b="1">
                <a:solidFill>
                  <a:srgbClr val="FFFFFF"/>
                </a:solidFill>
                <a:latin typeface="Noto Sans KR"/>
                <a:ea typeface="Noto Sans KR"/>
                <a:cs typeface="Noto Sans KR"/>
              </a:defRPr>
            </a:pPr>
            <a:r>
              <a:rPr sz="4350" b="1">
                <a:solidFill>
                  <a:srgbClr val="FFFFFF"/>
                </a:solidFill>
                <a:latin typeface="Noto Sans KR"/>
                <a:ea typeface="Noto Sans KR"/>
                <a:cs typeface="Noto Sans KR"/>
              </a:rPr>
              <a:t>LLM 기반의 동적 서사 생성</a:t>
            </a:r>
          </a:p>
          <a:p xmlns:a="http://schemas.openxmlformats.org/drawingml/2006/main">
            <a:pPr algn="l">
              <a:defRPr sz="4350" b="1">
                <a:solidFill>
                  <a:srgbClr val="FFFFFF"/>
                </a:solidFill>
                <a:latin typeface="Noto Sans KR"/>
                <a:ea typeface="Noto Sans KR"/>
                <a:cs typeface="Noto Sans KR"/>
              </a:defRPr>
            </a:pPr>
            <a:r>
              <a:rPr sz="4350" b="1">
                <a:solidFill>
                  <a:srgbClr val="FFFFFF"/>
                </a:solidFill>
                <a:latin typeface="Noto Sans KR"/>
                <a:ea typeface="Noto Sans KR"/>
                <a:cs typeface="Noto Sans KR"/>
              </a:rPr>
              <a:t>로그라이크 게임</a:t>
            </a:r>
          </a:p>
        </p:txBody>
      </p:sp>
      <p:sp>
        <p:nvSpPr>
          <p:cNvPr id="4" name="">
            <a:extLst xmlns:a="http://schemas.openxmlformats.org/drawingml/2006/main">
              <a:ext uri="{FF2B5EF4-FFF2-40B4-BE49-F238E27FC236}">
                <a16:creationId xmlns:a16="http://schemas.microsoft.com/office/drawing/2014/main" id="{6EDF9C30-339A-4821-94F0-EA938A1C109E}"/>
              </a:ext>
            </a:extLst>
          </p:cNvPr>
          <p:cNvSpPr>
            <a:spLocks xmlns:a="http://schemas.openxmlformats.org/drawingml/2006/main" noGrp="1"/>
          </p:cNvSpPr>
          <p:nvPr/>
        </p:nvSpPr>
        <p:spPr>
          <a:xfrm xmlns:a="http://schemas.openxmlformats.org/drawingml/2006/main">
            <a:off x="800100" y="3429000"/>
            <a:ext cx="8001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950" b="0">
                <a:solidFill>
                  <a:srgbClr val="DDE6EA"/>
                </a:solidFill>
                <a:latin typeface="Noto Sans KR"/>
                <a:ea typeface="Noto Sans KR"/>
                <a:cs typeface="Noto Sans KR"/>
              </a:defRPr>
            </a:pPr>
            <a:r>
              <a:rPr sz="1950" b="0">
                <a:solidFill>
                  <a:srgbClr val="DDE6EA"/>
                </a:solidFill>
                <a:latin typeface="Noto Sans KR"/>
                <a:ea typeface="Noto Sans KR"/>
                <a:cs typeface="Noto Sans KR"/>
              </a:rPr>
              <a:t>한국어 LLM을 게임 내부에 내장하고 플레이 기록에 따라</a:t>
            </a:r>
          </a:p>
          <a:p xmlns:a="http://schemas.openxmlformats.org/drawingml/2006/main">
            <a:pPr algn="l">
              <a:defRPr sz="1950" b="0">
                <a:solidFill>
                  <a:srgbClr val="DDE6EA"/>
                </a:solidFill>
                <a:latin typeface="Noto Sans KR"/>
                <a:ea typeface="Noto Sans KR"/>
                <a:cs typeface="Noto Sans KR"/>
              </a:defRPr>
            </a:pPr>
            <a:r>
              <a:rPr sz="1950" b="0">
                <a:solidFill>
                  <a:srgbClr val="DDE6EA"/>
                </a:solidFill>
                <a:latin typeface="Noto Sans KR"/>
                <a:ea typeface="Noto Sans KR"/>
                <a:cs typeface="Noto Sans KR"/>
              </a:rPr>
              <a:t>다음 회차의 이야기와 콘텐츠를 변화시키는 시스템</a:t>
            </a:r>
          </a:p>
        </p:txBody>
      </p:sp>
      <p:sp>
        <p:nvSpPr>
          <p:cNvPr id="5" name="">
            <a:extLst xmlns:a="http://schemas.openxmlformats.org/drawingml/2006/main">
              <a:ext uri="{FF2B5EF4-FFF2-40B4-BE49-F238E27FC236}">
                <a16:creationId xmlns:a16="http://schemas.microsoft.com/office/drawing/2014/main" id="{0BC5B6B7-C71C-494F-87B0-6F45C5AB87CC}"/>
              </a:ext>
            </a:extLst>
          </p:cNvPr>
          <p:cNvSpPr>
            <a:spLocks xmlns:a="http://schemas.openxmlformats.org/drawingml/2006/main" noGrp="1"/>
          </p:cNvSpPr>
          <p:nvPr/>
        </p:nvSpPr>
        <p:spPr>
          <a:xfrm xmlns:a="http://schemas.openxmlformats.org/drawingml/2006/main">
            <a:off x="781050" y="4953000"/>
            <a:ext cx="10629900" cy="1066800"/>
          </a:xfrm>
          <a:prstGeom xmlns:a="http://schemas.openxmlformats.org/drawingml/2006/main" prst="roundRect">
            <a:avLst>
              <a:gd name="adj" fmla="val 16071"/>
            </a:avLst>
          </a:prstGeom>
          <a:solidFill xmlns:a="http://schemas.openxmlformats.org/drawingml/2006/main">
            <a:srgbClr val="21465A"/>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A0526066-348A-4148-89D7-ED53B350B36E}"/>
              </a:ext>
            </a:extLst>
          </p:cNvPr>
          <p:cNvSpPr>
            <a:spLocks xmlns:a="http://schemas.openxmlformats.org/drawingml/2006/main" noGrp="1"/>
          </p:cNvSpPr>
          <p:nvPr/>
        </p:nvSpPr>
        <p:spPr>
          <a:xfrm xmlns:a="http://schemas.openxmlformats.org/drawingml/2006/main">
            <a:off x="1066800" y="514350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275" b="1">
                <a:solidFill>
                  <a:srgbClr val="D9EEF0"/>
                </a:solidFill>
                <a:latin typeface="Noto Sans KR"/>
                <a:ea typeface="Noto Sans KR"/>
                <a:cs typeface="Noto Sans KR"/>
              </a:defRPr>
            </a:pPr>
            <a:r>
              <a:rPr sz="1275" b="1">
                <a:solidFill>
                  <a:srgbClr val="D9EEF0"/>
                </a:solidFill>
                <a:latin typeface="Noto Sans KR"/>
                <a:ea typeface="Noto Sans KR"/>
                <a:cs typeface="Noto Sans KR"/>
              </a:rPr>
              <a:t>발표자</a:t>
            </a:r>
          </a:p>
        </p:txBody>
      </p:sp>
      <p:sp>
        <p:nvSpPr>
          <p:cNvPr id="7" name="">
            <a:extLst xmlns:a="http://schemas.openxmlformats.org/drawingml/2006/main">
              <a:ext uri="{FF2B5EF4-FFF2-40B4-BE49-F238E27FC236}">
                <a16:creationId xmlns:a16="http://schemas.microsoft.com/office/drawing/2014/main" id="{3998A7FF-ABFA-4182-81E7-6869917CAAEC}"/>
              </a:ext>
            </a:extLst>
          </p:cNvPr>
          <p:cNvSpPr>
            <a:spLocks xmlns:a="http://schemas.openxmlformats.org/drawingml/2006/main" noGrp="1"/>
          </p:cNvSpPr>
          <p:nvPr/>
        </p:nvSpPr>
        <p:spPr>
          <a:xfrm xmlns:a="http://schemas.openxmlformats.org/drawingml/2006/main">
            <a:off x="1066800" y="5410200"/>
            <a:ext cx="2762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2175" b="1">
                <a:solidFill>
                  <a:srgbClr val="FFFFFF"/>
                </a:solidFill>
                <a:latin typeface="Noto Sans KR"/>
                <a:ea typeface="Noto Sans KR"/>
                <a:cs typeface="Noto Sans KR"/>
              </a:defRPr>
            </a:pPr>
            <a:r>
              <a:rPr sz="2175" b="1">
                <a:solidFill>
                  <a:srgbClr val="FFFFFF"/>
                </a:solidFill>
                <a:latin typeface="Noto Sans KR"/>
                <a:ea typeface="Noto Sans KR"/>
                <a:cs typeface="Noto Sans KR"/>
              </a:rPr>
              <a:t>C211201 유영선</a:t>
            </a:r>
          </a:p>
        </p:txBody>
      </p:sp>
      <p:sp>
        <p:nvSpPr>
          <p:cNvPr id="8" name="">
            <a:extLst xmlns:a="http://schemas.openxmlformats.org/drawingml/2006/main">
              <a:ext uri="{FF2B5EF4-FFF2-40B4-BE49-F238E27FC236}">
                <a16:creationId xmlns:a16="http://schemas.microsoft.com/office/drawing/2014/main" id="{EE2B21BA-752C-4179-8702-9BE2BEA2C797}"/>
              </a:ext>
            </a:extLst>
          </p:cNvPr>
          <p:cNvSpPr>
            <a:spLocks xmlns:a="http://schemas.openxmlformats.org/drawingml/2006/main" noGrp="1"/>
          </p:cNvSpPr>
          <p:nvPr/>
        </p:nvSpPr>
        <p:spPr>
          <a:xfrm xmlns:a="http://schemas.openxmlformats.org/drawingml/2006/main">
            <a:off x="4933950" y="514350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275" b="1">
                <a:solidFill>
                  <a:srgbClr val="D9EEF0"/>
                </a:solidFill>
                <a:latin typeface="Noto Sans KR"/>
                <a:ea typeface="Noto Sans KR"/>
                <a:cs typeface="Noto Sans KR"/>
              </a:defRPr>
            </a:pPr>
            <a:r>
              <a:rPr sz="1275" b="1">
                <a:solidFill>
                  <a:srgbClr val="D9EEF0"/>
                </a:solidFill>
                <a:latin typeface="Noto Sans KR"/>
                <a:ea typeface="Noto Sans KR"/>
                <a:cs typeface="Noto Sans KR"/>
              </a:rPr>
              <a:t>핵심 범위</a:t>
            </a:r>
          </a:p>
        </p:txBody>
      </p:sp>
      <p:sp>
        <p:nvSpPr>
          <p:cNvPr id="9" name="">
            <a:extLst xmlns:a="http://schemas.openxmlformats.org/drawingml/2006/main">
              <a:ext uri="{FF2B5EF4-FFF2-40B4-BE49-F238E27FC236}">
                <a16:creationId xmlns:a16="http://schemas.microsoft.com/office/drawing/2014/main" id="{4F14DE50-B49A-46C8-9D7A-9EF7055B5643}"/>
              </a:ext>
            </a:extLst>
          </p:cNvPr>
          <p:cNvSpPr>
            <a:spLocks xmlns:a="http://schemas.openxmlformats.org/drawingml/2006/main" noGrp="1"/>
          </p:cNvSpPr>
          <p:nvPr/>
        </p:nvSpPr>
        <p:spPr>
          <a:xfrm xmlns:a="http://schemas.openxmlformats.org/drawingml/2006/main">
            <a:off x="4933950" y="5410200"/>
            <a:ext cx="5810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875" b="1">
                <a:solidFill>
                  <a:srgbClr val="FFFFFF"/>
                </a:solidFill>
                <a:latin typeface="Noto Sans KR"/>
                <a:ea typeface="Noto Sans KR"/>
                <a:cs typeface="Noto Sans KR"/>
              </a:defRPr>
            </a:pPr>
            <a:r>
              <a:rPr sz="1875" b="1">
                <a:solidFill>
                  <a:srgbClr val="FFFFFF"/>
                </a:solidFill>
                <a:latin typeface="Noto Sans KR"/>
                <a:ea typeface="Noto Sans KR"/>
                <a:cs typeface="Noto Sans KR"/>
              </a:rPr>
              <a:t>내장 LLM · Excel/JSON · terrain · 미니게임</a:t>
            </a:r>
          </a:p>
        </p:txBody>
      </p:sp>
    </p:spTree>
    <p:extLst>
      <p:ext uri="{BB962C8B-B14F-4D97-AF65-F5344CB8AC3E}">
        <p14:creationId xmlns:p14="http://schemas.microsoft.com/office/powerpoint/2010/main" val="992215228"/>
      </p:ext>
    </p:extLst>
  </p:cSld>
</p:sld>
</file>

<file path=ppt/slides/slide2.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B4245367-E953-4FEB-B4A5-FDD40817186B}"/>
              </a:ext>
            </a:extLst>
          </p:cNvPr>
          <p:cNvSpPr>
            <a:spLocks xmlns:a="http://schemas.openxmlformats.org/drawingml/2006/main" noGrp="1"/>
          </p:cNvSpPr>
          <p:nvPr/>
        </p:nvSpPr>
        <p:spPr>
          <a:xfrm xmlns:a="http://schemas.openxmlformats.org/drawingml/2006/main">
            <a:off x="609600" y="361950"/>
            <a:ext cx="9906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3150" b="1">
                <a:solidFill>
                  <a:srgbClr val="173042"/>
                </a:solidFill>
                <a:latin typeface="Noto Sans KR"/>
                <a:ea typeface="Noto Sans KR"/>
                <a:cs typeface="Noto Sans KR"/>
              </a:defRPr>
            </a:pPr>
            <a:r>
              <a:rPr sz="3150" b="1">
                <a:solidFill>
                  <a:srgbClr val="173042"/>
                </a:solidFill>
                <a:latin typeface="Noto Sans KR"/>
                <a:ea typeface="Noto Sans KR"/>
                <a:cs typeface="Noto Sans KR"/>
              </a:rPr>
              <a:t>플레이 경험과 구현 범위</a:t>
            </a:r>
          </a:p>
        </p:txBody>
      </p:sp>
      <p:sp>
        <p:nvSpPr>
          <p:cNvPr id="2" name="">
            <a:extLst xmlns:a="http://schemas.openxmlformats.org/drawingml/2006/main">
              <a:ext uri="{FF2B5EF4-FFF2-40B4-BE49-F238E27FC236}">
                <a16:creationId xmlns:a16="http://schemas.microsoft.com/office/drawing/2014/main" id="{3E7F4E43-96CD-4783-988C-87CF7502F254}"/>
              </a:ext>
            </a:extLst>
          </p:cNvPr>
          <p:cNvSpPr>
            <a:spLocks xmlns:a="http://schemas.openxmlformats.org/drawingml/2006/main" noGrp="1"/>
          </p:cNvSpPr>
          <p:nvPr/>
        </p:nvSpPr>
        <p:spPr>
          <a:xfrm xmlns:a="http://schemas.openxmlformats.org/drawingml/2006/main">
            <a:off x="11049000" y="400050"/>
            <a:ext cx="5143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r">
              <a:defRPr sz="1500" b="1">
                <a:solidFill>
                  <a:srgbClr val="18788A"/>
                </a:solidFill>
                <a:latin typeface="Noto Sans KR"/>
                <a:ea typeface="Noto Sans KR"/>
                <a:cs typeface="Noto Sans KR"/>
              </a:defRPr>
            </a:pPr>
            <a:r>
              <a:rPr sz="1500" b="1">
                <a:solidFill>
                  <a:srgbClr val="18788A"/>
                </a:solidFill>
                <a:latin typeface="Noto Sans KR"/>
                <a:ea typeface="Noto Sans KR"/>
                <a:cs typeface="Noto Sans KR"/>
              </a:rPr>
              <a:t>02</a:t>
            </a:r>
          </a:p>
        </p:txBody>
      </p:sp>
      <p:sp>
        <p:nvSpPr>
          <p:cNvPr id="3" name="">
            <a:extLst xmlns:a="http://schemas.openxmlformats.org/drawingml/2006/main">
              <a:ext uri="{FF2B5EF4-FFF2-40B4-BE49-F238E27FC236}">
                <a16:creationId xmlns:a16="http://schemas.microsoft.com/office/drawing/2014/main" id="{A212C326-62C4-4663-B0CF-3BEED23C8089}"/>
              </a:ext>
            </a:extLst>
          </p:cNvPr>
          <p:cNvSpPr>
            <a:spLocks xmlns:a="http://schemas.openxmlformats.org/drawingml/2006/main" noGrp="1"/>
          </p:cNvSpPr>
          <p:nvPr/>
        </p:nvSpPr>
        <p:spPr>
          <a:xfrm xmlns:a="http://schemas.openxmlformats.org/drawingml/2006/main">
            <a:off x="609600" y="1028700"/>
            <a:ext cx="10972800" cy="19050"/>
          </a:xfrm>
          <a:prstGeom xmlns:a="http://schemas.openxmlformats.org/drawingml/2006/main" prst="rect">
            <a:avLst/>
          </a:prstGeom>
          <a:solidFill xmlns:a="http://schemas.openxmlformats.org/drawingml/2006/main">
            <a:srgbClr val="CBD4D8"/>
          </a:solidFill>
          <a:ln xmlns:a="http://schemas.openxmlformats.org/drawingml/2006/main" w="0">
            <a:noFill/>
          </a:ln>
        </p:spPr>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b812ca0c48e6462a"/>
          <a:srcRect xmlns:a="http://schemas.openxmlformats.org/drawingml/2006/main" l="0" t="16839" r="0" b="16839"/>
          <a:stretch xmlns:a="http://schemas.openxmlformats.org/drawingml/2006/main">
            <a:fillRect l="0" t="0" r="0" b="0"/>
          </a:stretch>
        </p:blipFill>
        <p:spPr>
          <a:xfrm xmlns:a="http://schemas.openxmlformats.org/drawingml/2006/main">
            <a:off x="609600" y="1238250"/>
            <a:ext cx="10972800" cy="4095750"/>
          </a:xfrm>
          <a:prstGeom xmlns:a="http://schemas.openxmlformats.org/drawingml/2006/main" prst="roundRect">
            <a:avLst>
              <a:gd name="adj" fmla="val 4186"/>
            </a:avLst>
          </a:prstGeom>
        </p:spPr>
      </p:pic>
      <p:sp>
        <p:nvSpPr>
          <p:cNvPr id="5" name="">
            <a:extLst xmlns:a="http://schemas.openxmlformats.org/drawingml/2006/main">
              <a:ext uri="{FF2B5EF4-FFF2-40B4-BE49-F238E27FC236}">
                <a16:creationId xmlns:a16="http://schemas.microsoft.com/office/drawing/2014/main" id="{B1523EC9-8A7A-4A4A-A6F5-796807AD93BB}"/>
              </a:ext>
            </a:extLst>
          </p:cNvPr>
          <p:cNvSpPr>
            <a:spLocks xmlns:a="http://schemas.openxmlformats.org/drawingml/2006/main" noGrp="1"/>
          </p:cNvSpPr>
          <p:nvPr/>
        </p:nvSpPr>
        <p:spPr>
          <a:xfrm xmlns:a="http://schemas.openxmlformats.org/drawingml/2006/main">
            <a:off x="609600" y="5467350"/>
            <a:ext cx="10972800" cy="781050"/>
          </a:xfrm>
          <a:prstGeom xmlns:a="http://schemas.openxmlformats.org/drawingml/2006/main" prst="roundRect">
            <a:avLst>
              <a:gd name="adj" fmla="val 17073"/>
            </a:avLst>
          </a:prstGeom>
          <a:solidFill xmlns:a="http://schemas.openxmlformats.org/drawingml/2006/main">
            <a:srgbClr val="173042"/>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919630A9-ABA7-4615-AD9D-390A9AE699EF}"/>
              </a:ext>
            </a:extLst>
          </p:cNvPr>
          <p:cNvSpPr>
            <a:spLocks xmlns:a="http://schemas.openxmlformats.org/drawingml/2006/main" noGrp="1"/>
          </p:cNvSpPr>
          <p:nvPr/>
        </p:nvSpPr>
        <p:spPr>
          <a:xfrm xmlns:a="http://schemas.openxmlformats.org/drawingml/2006/main">
            <a:off x="800100" y="5648325"/>
            <a:ext cx="266700" cy="266700"/>
          </a:xfrm>
          <a:prstGeom xmlns:a="http://schemas.openxmlformats.org/drawingml/2006/main" prst="rect">
            <a:avLst/>
          </a:prstGeom>
          <a:solidFill xmlns:a="http://schemas.openxmlformats.org/drawingml/2006/main">
            <a:srgbClr val="D9EEF0"/>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275" b="1">
                <a:solidFill>
                  <a:srgbClr val="173042"/>
                </a:solidFill>
                <a:latin typeface="Noto Sans KR"/>
                <a:ea typeface="Noto Sans KR"/>
                <a:cs typeface="Noto Sans KR"/>
              </a:defRPr>
            </a:pPr>
            <a:r>
              <a:rPr sz="1275" b="1">
                <a:solidFill>
                  <a:srgbClr val="173042"/>
                </a:solidFill>
                <a:latin typeface="Noto Sans KR"/>
                <a:ea typeface="Noto Sans KR"/>
                <a:cs typeface="Noto Sans KR"/>
              </a:rPr>
              <a:t>1</a:t>
            </a:r>
          </a:p>
        </p:txBody>
      </p:sp>
      <p:sp>
        <p:nvSpPr>
          <p:cNvPr id="7" name="">
            <a:extLst xmlns:a="http://schemas.openxmlformats.org/drawingml/2006/main">
              <a:ext uri="{FF2B5EF4-FFF2-40B4-BE49-F238E27FC236}">
                <a16:creationId xmlns:a16="http://schemas.microsoft.com/office/drawing/2014/main" id="{549683C4-773F-4778-B95F-BAED9D6C563D}"/>
              </a:ext>
            </a:extLst>
          </p:cNvPr>
          <p:cNvSpPr>
            <a:spLocks xmlns:a="http://schemas.openxmlformats.org/drawingml/2006/main" noGrp="1"/>
          </p:cNvSpPr>
          <p:nvPr/>
        </p:nvSpPr>
        <p:spPr>
          <a:xfrm xmlns:a="http://schemas.openxmlformats.org/drawingml/2006/main">
            <a:off x="1123950" y="5562600"/>
            <a:ext cx="16573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350" b="1">
                <a:solidFill>
                  <a:srgbClr val="FFFFFF"/>
                </a:solidFill>
                <a:latin typeface="Noto Sans KR"/>
                <a:ea typeface="Noto Sans KR"/>
                <a:cs typeface="Noto Sans KR"/>
              </a:defRPr>
            </a:pPr>
            <a:r>
              <a:rPr sz="1350" b="1">
                <a:solidFill>
                  <a:srgbClr val="FFFFFF"/>
                </a:solidFill>
                <a:latin typeface="Noto Sans KR"/>
                <a:ea typeface="Noto Sans KR"/>
                <a:cs typeface="Noto Sans KR"/>
              </a:rPr>
              <a:t>조작·탐색</a:t>
            </a:r>
          </a:p>
        </p:txBody>
      </p:sp>
      <p:sp>
        <p:nvSpPr>
          <p:cNvPr id="8" name="">
            <a:extLst xmlns:a="http://schemas.openxmlformats.org/drawingml/2006/main">
              <a:ext uri="{FF2B5EF4-FFF2-40B4-BE49-F238E27FC236}">
                <a16:creationId xmlns:a16="http://schemas.microsoft.com/office/drawing/2014/main" id="{FDA3E810-389F-4D1E-BEBF-994E9B2FE4E6}"/>
              </a:ext>
            </a:extLst>
          </p:cNvPr>
          <p:cNvSpPr>
            <a:spLocks xmlns:a="http://schemas.openxmlformats.org/drawingml/2006/main" noGrp="1"/>
          </p:cNvSpPr>
          <p:nvPr/>
        </p:nvSpPr>
        <p:spPr>
          <a:xfrm xmlns:a="http://schemas.openxmlformats.org/drawingml/2006/main">
            <a:off x="2943225" y="5648325"/>
            <a:ext cx="266700" cy="266700"/>
          </a:xfrm>
          <a:prstGeom xmlns:a="http://schemas.openxmlformats.org/drawingml/2006/main" prst="rect">
            <a:avLst/>
          </a:prstGeom>
          <a:solidFill xmlns:a="http://schemas.openxmlformats.org/drawingml/2006/main">
            <a:srgbClr val="D9EEF0"/>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275" b="1">
                <a:solidFill>
                  <a:srgbClr val="173042"/>
                </a:solidFill>
                <a:latin typeface="Noto Sans KR"/>
                <a:ea typeface="Noto Sans KR"/>
                <a:cs typeface="Noto Sans KR"/>
              </a:defRPr>
            </a:pPr>
            <a:r>
              <a:rPr sz="1275" b="1">
                <a:solidFill>
                  <a:srgbClr val="173042"/>
                </a:solidFill>
                <a:latin typeface="Noto Sans KR"/>
                <a:ea typeface="Noto Sans KR"/>
                <a:cs typeface="Noto Sans KR"/>
              </a:rPr>
              <a:t>2</a:t>
            </a:r>
          </a:p>
        </p:txBody>
      </p:sp>
      <p:sp>
        <p:nvSpPr>
          <p:cNvPr id="9" name="">
            <a:extLst xmlns:a="http://schemas.openxmlformats.org/drawingml/2006/main">
              <a:ext uri="{FF2B5EF4-FFF2-40B4-BE49-F238E27FC236}">
                <a16:creationId xmlns:a16="http://schemas.microsoft.com/office/drawing/2014/main" id="{EBA5B13A-F42F-4CBA-8070-D5F61DE13D6F}"/>
              </a:ext>
            </a:extLst>
          </p:cNvPr>
          <p:cNvSpPr>
            <a:spLocks xmlns:a="http://schemas.openxmlformats.org/drawingml/2006/main" noGrp="1"/>
          </p:cNvSpPr>
          <p:nvPr/>
        </p:nvSpPr>
        <p:spPr>
          <a:xfrm xmlns:a="http://schemas.openxmlformats.org/drawingml/2006/main">
            <a:off x="3267075" y="5562600"/>
            <a:ext cx="16573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350" b="1">
                <a:solidFill>
                  <a:srgbClr val="FFFFFF"/>
                </a:solidFill>
                <a:latin typeface="Noto Sans KR"/>
                <a:ea typeface="Noto Sans KR"/>
                <a:cs typeface="Noto Sans KR"/>
              </a:defRPr>
            </a:pPr>
            <a:r>
              <a:rPr sz="1350" b="1">
                <a:solidFill>
                  <a:srgbClr val="FFFFFF"/>
                </a:solidFill>
                <a:latin typeface="Noto Sans KR"/>
                <a:ea typeface="Noto Sans KR"/>
                <a:cs typeface="Noto Sans KR"/>
              </a:rPr>
              <a:t>이야기·선택</a:t>
            </a:r>
          </a:p>
        </p:txBody>
      </p:sp>
      <p:sp>
        <p:nvSpPr>
          <p:cNvPr id="10" name="">
            <a:extLst xmlns:a="http://schemas.openxmlformats.org/drawingml/2006/main">
              <a:ext uri="{FF2B5EF4-FFF2-40B4-BE49-F238E27FC236}">
                <a16:creationId xmlns:a16="http://schemas.microsoft.com/office/drawing/2014/main" id="{1E672122-FC34-4ABD-BCC0-35F0CBB5694D}"/>
              </a:ext>
            </a:extLst>
          </p:cNvPr>
          <p:cNvSpPr>
            <a:spLocks xmlns:a="http://schemas.openxmlformats.org/drawingml/2006/main" noGrp="1"/>
          </p:cNvSpPr>
          <p:nvPr/>
        </p:nvSpPr>
        <p:spPr>
          <a:xfrm xmlns:a="http://schemas.openxmlformats.org/drawingml/2006/main">
            <a:off x="5086350" y="5648325"/>
            <a:ext cx="266700" cy="266700"/>
          </a:xfrm>
          <a:prstGeom xmlns:a="http://schemas.openxmlformats.org/drawingml/2006/main" prst="rect">
            <a:avLst/>
          </a:prstGeom>
          <a:solidFill xmlns:a="http://schemas.openxmlformats.org/drawingml/2006/main">
            <a:srgbClr val="D9EEF0"/>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275" b="1">
                <a:solidFill>
                  <a:srgbClr val="173042"/>
                </a:solidFill>
                <a:latin typeface="Noto Sans KR"/>
                <a:ea typeface="Noto Sans KR"/>
                <a:cs typeface="Noto Sans KR"/>
              </a:defRPr>
            </a:pPr>
            <a:r>
              <a:rPr sz="1275" b="1">
                <a:solidFill>
                  <a:srgbClr val="173042"/>
                </a:solidFill>
                <a:latin typeface="Noto Sans KR"/>
                <a:ea typeface="Noto Sans KR"/>
                <a:cs typeface="Noto Sans KR"/>
              </a:rPr>
              <a:t>3</a:t>
            </a:r>
          </a:p>
        </p:txBody>
      </p:sp>
      <p:sp>
        <p:nvSpPr>
          <p:cNvPr id="11" name="">
            <a:extLst xmlns:a="http://schemas.openxmlformats.org/drawingml/2006/main">
              <a:ext uri="{FF2B5EF4-FFF2-40B4-BE49-F238E27FC236}">
                <a16:creationId xmlns:a16="http://schemas.microsoft.com/office/drawing/2014/main" id="{16B404A7-0826-4FB7-80F6-23C20518A741}"/>
              </a:ext>
            </a:extLst>
          </p:cNvPr>
          <p:cNvSpPr>
            <a:spLocks xmlns:a="http://schemas.openxmlformats.org/drawingml/2006/main" noGrp="1"/>
          </p:cNvSpPr>
          <p:nvPr/>
        </p:nvSpPr>
        <p:spPr>
          <a:xfrm xmlns:a="http://schemas.openxmlformats.org/drawingml/2006/main">
            <a:off x="5410200" y="5562600"/>
            <a:ext cx="16573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350" b="1">
                <a:solidFill>
                  <a:srgbClr val="FFFFFF"/>
                </a:solidFill>
                <a:latin typeface="Noto Sans KR"/>
                <a:ea typeface="Noto Sans KR"/>
                <a:cs typeface="Noto Sans KR"/>
              </a:defRPr>
            </a:pPr>
            <a:r>
              <a:rPr sz="1350" b="1">
                <a:solidFill>
                  <a:srgbClr val="FFFFFF"/>
                </a:solidFill>
                <a:latin typeface="Noto Sans KR"/>
                <a:ea typeface="Noto Sans KR"/>
                <a:cs typeface="Noto Sans KR"/>
              </a:rPr>
              <a:t>능력치 관리</a:t>
            </a:r>
          </a:p>
        </p:txBody>
      </p:sp>
      <p:sp>
        <p:nvSpPr>
          <p:cNvPr id="12" name="">
            <a:extLst xmlns:a="http://schemas.openxmlformats.org/drawingml/2006/main">
              <a:ext uri="{FF2B5EF4-FFF2-40B4-BE49-F238E27FC236}">
                <a16:creationId xmlns:a16="http://schemas.microsoft.com/office/drawing/2014/main" id="{621393FD-96D2-4D36-97D9-759CC02B9B44}"/>
              </a:ext>
            </a:extLst>
          </p:cNvPr>
          <p:cNvSpPr>
            <a:spLocks xmlns:a="http://schemas.openxmlformats.org/drawingml/2006/main" noGrp="1"/>
          </p:cNvSpPr>
          <p:nvPr/>
        </p:nvSpPr>
        <p:spPr>
          <a:xfrm xmlns:a="http://schemas.openxmlformats.org/drawingml/2006/main">
            <a:off x="7229475" y="5648325"/>
            <a:ext cx="266700" cy="266700"/>
          </a:xfrm>
          <a:prstGeom xmlns:a="http://schemas.openxmlformats.org/drawingml/2006/main" prst="rect">
            <a:avLst/>
          </a:prstGeom>
          <a:solidFill xmlns:a="http://schemas.openxmlformats.org/drawingml/2006/main">
            <a:srgbClr val="D9EEF0"/>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275" b="1">
                <a:solidFill>
                  <a:srgbClr val="173042"/>
                </a:solidFill>
                <a:latin typeface="Noto Sans KR"/>
                <a:ea typeface="Noto Sans KR"/>
                <a:cs typeface="Noto Sans KR"/>
              </a:defRPr>
            </a:pPr>
            <a:r>
              <a:rPr sz="1275" b="1">
                <a:solidFill>
                  <a:srgbClr val="173042"/>
                </a:solidFill>
                <a:latin typeface="Noto Sans KR"/>
                <a:ea typeface="Noto Sans KR"/>
                <a:cs typeface="Noto Sans KR"/>
              </a:rPr>
              <a:t>4</a:t>
            </a:r>
          </a:p>
        </p:txBody>
      </p:sp>
      <p:sp>
        <p:nvSpPr>
          <p:cNvPr id="13" name="">
            <a:extLst xmlns:a="http://schemas.openxmlformats.org/drawingml/2006/main">
              <a:ext uri="{FF2B5EF4-FFF2-40B4-BE49-F238E27FC236}">
                <a16:creationId xmlns:a16="http://schemas.microsoft.com/office/drawing/2014/main" id="{C4EA9318-4129-401C-BBC7-75195DAD1612}"/>
              </a:ext>
            </a:extLst>
          </p:cNvPr>
          <p:cNvSpPr>
            <a:spLocks xmlns:a="http://schemas.openxmlformats.org/drawingml/2006/main" noGrp="1"/>
          </p:cNvSpPr>
          <p:nvPr/>
        </p:nvSpPr>
        <p:spPr>
          <a:xfrm xmlns:a="http://schemas.openxmlformats.org/drawingml/2006/main">
            <a:off x="7553325" y="5562600"/>
            <a:ext cx="16573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350" b="1">
                <a:solidFill>
                  <a:srgbClr val="FFFFFF"/>
                </a:solidFill>
                <a:latin typeface="Noto Sans KR"/>
                <a:ea typeface="Noto Sans KR"/>
                <a:cs typeface="Noto Sans KR"/>
              </a:defRPr>
            </a:pPr>
            <a:r>
              <a:rPr sz="1350" b="1">
                <a:solidFill>
                  <a:srgbClr val="FFFFFF"/>
                </a:solidFill>
                <a:latin typeface="Noto Sans KR"/>
                <a:ea typeface="Noto Sans KR"/>
                <a:cs typeface="Noto Sans KR"/>
              </a:rPr>
              <a:t>퀘스트·미니게임</a:t>
            </a:r>
          </a:p>
        </p:txBody>
      </p:sp>
      <p:sp>
        <p:nvSpPr>
          <p:cNvPr id="14" name="">
            <a:extLst xmlns:a="http://schemas.openxmlformats.org/drawingml/2006/main">
              <a:ext uri="{FF2B5EF4-FFF2-40B4-BE49-F238E27FC236}">
                <a16:creationId xmlns:a16="http://schemas.microsoft.com/office/drawing/2014/main" id="{83509DB3-BB16-480E-80D8-9750A64417D6}"/>
              </a:ext>
            </a:extLst>
          </p:cNvPr>
          <p:cNvSpPr>
            <a:spLocks xmlns:a="http://schemas.openxmlformats.org/drawingml/2006/main" noGrp="1"/>
          </p:cNvSpPr>
          <p:nvPr/>
        </p:nvSpPr>
        <p:spPr>
          <a:xfrm xmlns:a="http://schemas.openxmlformats.org/drawingml/2006/main">
            <a:off x="9372600" y="5648325"/>
            <a:ext cx="266700" cy="266700"/>
          </a:xfrm>
          <a:prstGeom xmlns:a="http://schemas.openxmlformats.org/drawingml/2006/main" prst="rect">
            <a:avLst/>
          </a:prstGeom>
          <a:solidFill xmlns:a="http://schemas.openxmlformats.org/drawingml/2006/main">
            <a:srgbClr val="D9854F"/>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275" b="1">
                <a:solidFill>
                  <a:srgbClr val="173042"/>
                </a:solidFill>
                <a:latin typeface="Noto Sans KR"/>
                <a:ea typeface="Noto Sans KR"/>
                <a:cs typeface="Noto Sans KR"/>
              </a:defRPr>
            </a:pPr>
            <a:r>
              <a:rPr sz="1275" b="1">
                <a:solidFill>
                  <a:srgbClr val="173042"/>
                </a:solidFill>
                <a:latin typeface="Noto Sans KR"/>
                <a:ea typeface="Noto Sans KR"/>
                <a:cs typeface="Noto Sans KR"/>
              </a:rPr>
              <a:t>5</a:t>
            </a:r>
          </a:p>
        </p:txBody>
      </p:sp>
      <p:sp>
        <p:nvSpPr>
          <p:cNvPr id="15" name="">
            <a:extLst xmlns:a="http://schemas.openxmlformats.org/drawingml/2006/main">
              <a:ext uri="{FF2B5EF4-FFF2-40B4-BE49-F238E27FC236}">
                <a16:creationId xmlns:a16="http://schemas.microsoft.com/office/drawing/2014/main" id="{7B302928-B9F9-4F1C-9F2B-2D920B27319F}"/>
              </a:ext>
            </a:extLst>
          </p:cNvPr>
          <p:cNvSpPr>
            <a:spLocks xmlns:a="http://schemas.openxmlformats.org/drawingml/2006/main" noGrp="1"/>
          </p:cNvSpPr>
          <p:nvPr/>
        </p:nvSpPr>
        <p:spPr>
          <a:xfrm xmlns:a="http://schemas.openxmlformats.org/drawingml/2006/main">
            <a:off x="9696450" y="5562600"/>
            <a:ext cx="16573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350" b="1">
                <a:solidFill>
                  <a:srgbClr val="FFFFFF"/>
                </a:solidFill>
                <a:latin typeface="Noto Sans KR"/>
                <a:ea typeface="Noto Sans KR"/>
                <a:cs typeface="Noto Sans KR"/>
              </a:defRPr>
            </a:pPr>
            <a:r>
              <a:rPr sz="1350" b="1">
                <a:solidFill>
                  <a:srgbClr val="FFFFFF"/>
                </a:solidFill>
                <a:latin typeface="Noto Sans KR"/>
                <a:ea typeface="Noto Sans KR"/>
                <a:cs typeface="Noto Sans KR"/>
              </a:rPr>
              <a:t>챕터 전투 준비</a:t>
            </a:r>
          </a:p>
        </p:txBody>
      </p:sp>
      <p:sp>
        <p:nvSpPr>
          <p:cNvPr id="16" name="">
            <a:extLst xmlns:a="http://schemas.openxmlformats.org/drawingml/2006/main">
              <a:ext uri="{FF2B5EF4-FFF2-40B4-BE49-F238E27FC236}">
                <a16:creationId xmlns:a16="http://schemas.microsoft.com/office/drawing/2014/main" id="{AE85DBD7-A514-464A-977C-77F0B22D7A42}"/>
              </a:ext>
            </a:extLst>
          </p:cNvPr>
          <p:cNvSpPr>
            <a:spLocks xmlns:a="http://schemas.openxmlformats.org/drawingml/2006/main" noGrp="1"/>
          </p:cNvSpPr>
          <p:nvPr/>
        </p:nvSpPr>
        <p:spPr>
          <a:xfrm xmlns:a="http://schemas.openxmlformats.org/drawingml/2006/main">
            <a:off x="685800" y="6324600"/>
            <a:ext cx="10820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350" b="1">
                <a:solidFill>
                  <a:srgbClr val="18788A"/>
                </a:solidFill>
                <a:latin typeface="Noto Sans KR"/>
                <a:ea typeface="Noto Sans KR"/>
                <a:cs typeface="Noto Sans KR"/>
              </a:defRPr>
            </a:pPr>
            <a:r>
              <a:rPr sz="1350" b="1">
                <a:solidFill>
                  <a:srgbClr val="18788A"/>
                </a:solidFill>
                <a:latin typeface="Noto Sans KR"/>
                <a:ea typeface="Noto Sans KR"/>
                <a:cs typeface="Noto Sans KR"/>
              </a:rPr>
              <a:t>담당: 이야기 변화, terrain 구성, 미니게임과 진행 데이터 연결</a:t>
            </a:r>
          </a:p>
        </p:txBody>
      </p:sp>
    </p:spTree>
    <p:extLst>
      <p:ext uri="{BB962C8B-B14F-4D97-AF65-F5344CB8AC3E}">
        <p14:creationId xmlns:p14="http://schemas.microsoft.com/office/powerpoint/2010/main" val="629177635"/>
      </p:ext>
    </p:extLst>
  </p:cSld>
</p:sld>
</file>

<file path=ppt/slides/slide3.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A348B6AE-FD1D-4B60-9E14-5E8B9F5FDDDD}"/>
              </a:ext>
            </a:extLst>
          </p:cNvPr>
          <p:cNvSpPr>
            <a:spLocks xmlns:a="http://schemas.openxmlformats.org/drawingml/2006/main" noGrp="1"/>
          </p:cNvSpPr>
          <p:nvPr/>
        </p:nvSpPr>
        <p:spPr>
          <a:xfrm xmlns:a="http://schemas.openxmlformats.org/drawingml/2006/main">
            <a:off x="609600" y="361950"/>
            <a:ext cx="9906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3150" b="1">
                <a:solidFill>
                  <a:srgbClr val="173042"/>
                </a:solidFill>
                <a:latin typeface="Noto Sans KR"/>
                <a:ea typeface="Noto Sans KR"/>
                <a:cs typeface="Noto Sans KR"/>
              </a:defRPr>
            </a:pPr>
            <a:r>
              <a:rPr sz="3150" b="1">
                <a:solidFill>
                  <a:srgbClr val="173042"/>
                </a:solidFill>
                <a:latin typeface="Noto Sans KR"/>
                <a:ea typeface="Noto Sans KR"/>
                <a:cs typeface="Noto Sans KR"/>
              </a:rPr>
              <a:t>Reigns와의 차별성과 LLM 개선</a:t>
            </a:r>
          </a:p>
        </p:txBody>
      </p:sp>
      <p:sp>
        <p:nvSpPr>
          <p:cNvPr id="2" name="">
            <a:extLst xmlns:a="http://schemas.openxmlformats.org/drawingml/2006/main">
              <a:ext uri="{FF2B5EF4-FFF2-40B4-BE49-F238E27FC236}">
                <a16:creationId xmlns:a16="http://schemas.microsoft.com/office/drawing/2014/main" id="{5C3B4F24-1A6B-4BB0-A41F-632675D7C35B}"/>
              </a:ext>
            </a:extLst>
          </p:cNvPr>
          <p:cNvSpPr>
            <a:spLocks xmlns:a="http://schemas.openxmlformats.org/drawingml/2006/main" noGrp="1"/>
          </p:cNvSpPr>
          <p:nvPr/>
        </p:nvSpPr>
        <p:spPr>
          <a:xfrm xmlns:a="http://schemas.openxmlformats.org/drawingml/2006/main">
            <a:off x="11049000" y="400050"/>
            <a:ext cx="5143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r">
              <a:defRPr sz="1500" b="1">
                <a:solidFill>
                  <a:srgbClr val="18788A"/>
                </a:solidFill>
                <a:latin typeface="Noto Sans KR"/>
                <a:ea typeface="Noto Sans KR"/>
                <a:cs typeface="Noto Sans KR"/>
              </a:defRPr>
            </a:pPr>
            <a:r>
              <a:rPr sz="1500" b="1">
                <a:solidFill>
                  <a:srgbClr val="18788A"/>
                </a:solidFill>
                <a:latin typeface="Noto Sans KR"/>
                <a:ea typeface="Noto Sans KR"/>
                <a:cs typeface="Noto Sans KR"/>
              </a:rPr>
              <a:t>03</a:t>
            </a:r>
          </a:p>
        </p:txBody>
      </p:sp>
      <p:sp>
        <p:nvSpPr>
          <p:cNvPr id="3" name="">
            <a:extLst xmlns:a="http://schemas.openxmlformats.org/drawingml/2006/main">
              <a:ext uri="{FF2B5EF4-FFF2-40B4-BE49-F238E27FC236}">
                <a16:creationId xmlns:a16="http://schemas.microsoft.com/office/drawing/2014/main" id="{7CABBE76-27C5-45AB-B1FF-DF6D54A31CD7}"/>
              </a:ext>
            </a:extLst>
          </p:cNvPr>
          <p:cNvSpPr>
            <a:spLocks xmlns:a="http://schemas.openxmlformats.org/drawingml/2006/main" noGrp="1"/>
          </p:cNvSpPr>
          <p:nvPr/>
        </p:nvSpPr>
        <p:spPr>
          <a:xfrm xmlns:a="http://schemas.openxmlformats.org/drawingml/2006/main">
            <a:off x="609600" y="1028700"/>
            <a:ext cx="10972800" cy="19050"/>
          </a:xfrm>
          <a:prstGeom xmlns:a="http://schemas.openxmlformats.org/drawingml/2006/main" prst="rect">
            <a:avLst/>
          </a:prstGeom>
          <a:solidFill xmlns:a="http://schemas.openxmlformats.org/drawingml/2006/main">
            <a:srgbClr val="CBD4D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FC8D928-1563-45C1-BFB5-16D16E01A42F}"/>
              </a:ext>
            </a:extLst>
          </p:cNvPr>
          <p:cNvSpPr>
            <a:spLocks xmlns:a="http://schemas.openxmlformats.org/drawingml/2006/main" noGrp="1"/>
          </p:cNvSpPr>
          <p:nvPr/>
        </p:nvSpPr>
        <p:spPr>
          <a:xfrm xmlns:a="http://schemas.openxmlformats.org/drawingml/2006/main">
            <a:off x="723900" y="1333500"/>
            <a:ext cx="5143500" cy="1714500"/>
          </a:xfrm>
          <a:prstGeom xmlns:a="http://schemas.openxmlformats.org/drawingml/2006/main" prst="roundRect">
            <a:avLst>
              <a:gd name="adj" fmla="val 8889"/>
            </a:avLst>
          </a:prstGeom>
          <a:solidFill xmlns:a="http://schemas.openxmlformats.org/drawingml/2006/main">
            <a:srgbClr val="FFFFFF"/>
          </a:solidFill>
          <a:ln xmlns:a="http://schemas.openxmlformats.org/drawingml/2006/main" w="9525">
            <a:solidFill>
              <a:srgbClr val="D9854F"/>
            </a:solidFill>
            <a:prstDash val="solid"/>
          </a:ln>
        </p:spPr>
      </p:sp>
      <p:sp>
        <p:nvSpPr>
          <p:cNvPr id="5" name="">
            <a:extLst xmlns:a="http://schemas.openxmlformats.org/drawingml/2006/main">
              <a:ext uri="{FF2B5EF4-FFF2-40B4-BE49-F238E27FC236}">
                <a16:creationId xmlns:a16="http://schemas.microsoft.com/office/drawing/2014/main" id="{9C254990-30E5-4338-ABE7-BE4B21C88300}"/>
              </a:ext>
            </a:extLst>
          </p:cNvPr>
          <p:cNvSpPr>
            <a:spLocks xmlns:a="http://schemas.openxmlformats.org/drawingml/2006/main" noGrp="1"/>
          </p:cNvSpPr>
          <p:nvPr/>
        </p:nvSpPr>
        <p:spPr>
          <a:xfrm xmlns:a="http://schemas.openxmlformats.org/drawingml/2006/main">
            <a:off x="990600" y="1524000"/>
            <a:ext cx="1809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875" b="1">
                <a:solidFill>
                  <a:srgbClr val="D9854F"/>
                </a:solidFill>
                <a:latin typeface="Noto Sans KR"/>
                <a:ea typeface="Noto Sans KR"/>
                <a:cs typeface="Noto Sans KR"/>
              </a:defRPr>
            </a:pPr>
            <a:r>
              <a:rPr sz="1875" b="1">
                <a:solidFill>
                  <a:srgbClr val="D9854F"/>
                </a:solidFill>
                <a:latin typeface="Noto Sans KR"/>
                <a:ea typeface="Noto Sans KR"/>
                <a:cs typeface="Noto Sans KR"/>
              </a:rPr>
              <a:t>Reigns</a:t>
            </a:r>
          </a:p>
        </p:txBody>
      </p:sp>
      <p:sp>
        <p:nvSpPr>
          <p:cNvPr id="6" name="">
            <a:extLst xmlns:a="http://schemas.openxmlformats.org/drawingml/2006/main">
              <a:ext uri="{FF2B5EF4-FFF2-40B4-BE49-F238E27FC236}">
                <a16:creationId xmlns:a16="http://schemas.microsoft.com/office/drawing/2014/main" id="{5ACC506B-3A4C-48F9-B30C-10CC79EA7E23}"/>
              </a:ext>
            </a:extLst>
          </p:cNvPr>
          <p:cNvSpPr>
            <a:spLocks xmlns:a="http://schemas.openxmlformats.org/drawingml/2006/main" noGrp="1"/>
          </p:cNvSpPr>
          <p:nvPr/>
        </p:nvSpPr>
        <p:spPr>
          <a:xfrm xmlns:a="http://schemas.openxmlformats.org/drawingml/2006/main">
            <a:off x="990600" y="1981200"/>
            <a:ext cx="4476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725" b="1">
                <a:solidFill>
                  <a:srgbClr val="173042"/>
                </a:solidFill>
                <a:latin typeface="Noto Sans KR"/>
                <a:ea typeface="Noto Sans KR"/>
                <a:cs typeface="Noto Sans KR"/>
              </a:defRPr>
            </a:pPr>
            <a:r>
              <a:rPr sz="1725" b="1">
                <a:solidFill>
                  <a:srgbClr val="173042"/>
                </a:solidFill>
                <a:latin typeface="Noto Sans KR"/>
                <a:ea typeface="Noto Sans KR"/>
                <a:cs typeface="Noto Sans KR"/>
              </a:rPr>
              <a:t>정해진 카드에서 좌우 선택</a:t>
            </a:r>
          </a:p>
          <a:p xmlns:a="http://schemas.openxmlformats.org/drawingml/2006/main">
            <a:pPr algn="l">
              <a:defRPr sz="1725" b="1">
                <a:solidFill>
                  <a:srgbClr val="173042"/>
                </a:solidFill>
                <a:latin typeface="Noto Sans KR"/>
                <a:ea typeface="Noto Sans KR"/>
                <a:cs typeface="Noto Sans KR"/>
              </a:defRPr>
            </a:pPr>
            <a:r>
              <a:rPr sz="1725" b="1">
                <a:solidFill>
                  <a:srgbClr val="173042"/>
                </a:solidFill>
                <a:latin typeface="Noto Sans KR"/>
                <a:ea typeface="Noto Sans KR"/>
                <a:cs typeface="Noto Sans KR"/>
              </a:rPr>
              <a:t>네 지표의 균형을 유지</a:t>
            </a:r>
          </a:p>
          <a:p xmlns:a="http://schemas.openxmlformats.org/drawingml/2006/main">
            <a:pPr algn="l">
              <a:defRPr sz="1725" b="1">
                <a:solidFill>
                  <a:srgbClr val="173042"/>
                </a:solidFill>
                <a:latin typeface="Noto Sans KR"/>
                <a:ea typeface="Noto Sans KR"/>
                <a:cs typeface="Noto Sans KR"/>
              </a:defRPr>
            </a:pPr>
            <a:r>
              <a:rPr sz="1725" b="1">
                <a:solidFill>
                  <a:srgbClr val="173042"/>
                </a:solidFill>
                <a:latin typeface="Noto Sans KR"/>
                <a:ea typeface="Noto Sans KR"/>
                <a:cs typeface="Noto Sans KR"/>
              </a:rPr>
              <a:t>목표 달성으로 카드 해금</a:t>
            </a:r>
          </a:p>
        </p:txBody>
      </p:sp>
      <p:sp>
        <p:nvSpPr>
          <p:cNvPr id="7" name="">
            <a:extLst xmlns:a="http://schemas.openxmlformats.org/drawingml/2006/main">
              <a:ext uri="{FF2B5EF4-FFF2-40B4-BE49-F238E27FC236}">
                <a16:creationId xmlns:a16="http://schemas.microsoft.com/office/drawing/2014/main" id="{C52823FF-A889-4BFC-B1AF-238EE62D23C5}"/>
              </a:ext>
            </a:extLst>
          </p:cNvPr>
          <p:cNvSpPr>
            <a:spLocks xmlns:a="http://schemas.openxmlformats.org/drawingml/2006/main" noGrp="1"/>
          </p:cNvSpPr>
          <p:nvPr/>
        </p:nvSpPr>
        <p:spPr>
          <a:xfrm xmlns:a="http://schemas.openxmlformats.org/drawingml/2006/main">
            <a:off x="6324600" y="1333500"/>
            <a:ext cx="5143500" cy="1714500"/>
          </a:xfrm>
          <a:prstGeom xmlns:a="http://schemas.openxmlformats.org/drawingml/2006/main" prst="roundRect">
            <a:avLst>
              <a:gd name="adj" fmla="val 8889"/>
            </a:avLst>
          </a:prstGeom>
          <a:solidFill xmlns:a="http://schemas.openxmlformats.org/drawingml/2006/main">
            <a:srgbClr val="FFFFFF"/>
          </a:solidFill>
          <a:ln xmlns:a="http://schemas.openxmlformats.org/drawingml/2006/main" w="9525">
            <a:solidFill>
              <a:srgbClr val="18788A"/>
            </a:solidFill>
            <a:prstDash val="solid"/>
          </a:ln>
        </p:spPr>
      </p:sp>
      <p:sp>
        <p:nvSpPr>
          <p:cNvPr id="8" name="">
            <a:extLst xmlns:a="http://schemas.openxmlformats.org/drawingml/2006/main">
              <a:ext uri="{FF2B5EF4-FFF2-40B4-BE49-F238E27FC236}">
                <a16:creationId xmlns:a16="http://schemas.microsoft.com/office/drawing/2014/main" id="{2225D110-ED19-4017-AF2A-57477F2FFF12}"/>
              </a:ext>
            </a:extLst>
          </p:cNvPr>
          <p:cNvSpPr>
            <a:spLocks xmlns:a="http://schemas.openxmlformats.org/drawingml/2006/main" noGrp="1"/>
          </p:cNvSpPr>
          <p:nvPr/>
        </p:nvSpPr>
        <p:spPr>
          <a:xfrm xmlns:a="http://schemas.openxmlformats.org/drawingml/2006/main">
            <a:off x="6591300" y="1524000"/>
            <a:ext cx="2286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875" b="1">
                <a:solidFill>
                  <a:srgbClr val="18788A"/>
                </a:solidFill>
                <a:latin typeface="Noto Sans KR"/>
                <a:ea typeface="Noto Sans KR"/>
                <a:cs typeface="Noto Sans KR"/>
              </a:defRPr>
            </a:pPr>
            <a:r>
              <a:rPr sz="1875" b="1">
                <a:solidFill>
                  <a:srgbClr val="18788A"/>
                </a:solidFill>
                <a:latin typeface="Noto Sans KR"/>
                <a:ea typeface="Noto Sans KR"/>
                <a:cs typeface="Noto Sans KR"/>
              </a:rPr>
              <a:t>본 프로젝트</a:t>
            </a:r>
          </a:p>
        </p:txBody>
      </p:sp>
      <p:sp>
        <p:nvSpPr>
          <p:cNvPr id="9" name="">
            <a:extLst xmlns:a="http://schemas.openxmlformats.org/drawingml/2006/main">
              <a:ext uri="{FF2B5EF4-FFF2-40B4-BE49-F238E27FC236}">
                <a16:creationId xmlns:a16="http://schemas.microsoft.com/office/drawing/2014/main" id="{EF230CC4-BB08-4352-8223-1CF68C3FB1F1}"/>
              </a:ext>
            </a:extLst>
          </p:cNvPr>
          <p:cNvSpPr>
            <a:spLocks xmlns:a="http://schemas.openxmlformats.org/drawingml/2006/main" noGrp="1"/>
          </p:cNvSpPr>
          <p:nvPr/>
        </p:nvSpPr>
        <p:spPr>
          <a:xfrm xmlns:a="http://schemas.openxmlformats.org/drawingml/2006/main">
            <a:off x="6591300" y="1981200"/>
            <a:ext cx="45148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725" b="1">
                <a:solidFill>
                  <a:srgbClr val="173042"/>
                </a:solidFill>
                <a:latin typeface="Noto Sans KR"/>
                <a:ea typeface="Noto Sans KR"/>
                <a:cs typeface="Noto Sans KR"/>
              </a:defRPr>
            </a:pPr>
            <a:r>
              <a:rPr sz="1725" b="1">
                <a:solidFill>
                  <a:srgbClr val="173042"/>
                </a:solidFill>
                <a:latin typeface="Noto Sans KR"/>
                <a:ea typeface="Noto Sans KR"/>
                <a:cs typeface="Noto Sans KR"/>
              </a:rPr>
              <a:t>이전 플레이 기록으로 허용 문장 변화</a:t>
            </a:r>
          </a:p>
          <a:p xmlns:a="http://schemas.openxmlformats.org/drawingml/2006/main">
            <a:pPr algn="l">
              <a:defRPr sz="1725" b="1">
                <a:solidFill>
                  <a:srgbClr val="173042"/>
                </a:solidFill>
                <a:latin typeface="Noto Sans KR"/>
                <a:ea typeface="Noto Sans KR"/>
                <a:cs typeface="Noto Sans KR"/>
              </a:defRPr>
            </a:pPr>
            <a:r>
              <a:rPr sz="1725" b="1">
                <a:solidFill>
                  <a:srgbClr val="173042"/>
                </a:solidFill>
                <a:latin typeface="Noto Sans KR"/>
                <a:ea typeface="Noto Sans KR"/>
                <a:cs typeface="Noto Sans KR"/>
              </a:rPr>
              <a:t>한국어 LLM을 게임 내부에서 실행</a:t>
            </a:r>
          </a:p>
          <a:p xmlns:a="http://schemas.openxmlformats.org/drawingml/2006/main">
            <a:pPr algn="l">
              <a:defRPr sz="1725" b="1">
                <a:solidFill>
                  <a:srgbClr val="173042"/>
                </a:solidFill>
                <a:latin typeface="Noto Sans KR"/>
                <a:ea typeface="Noto Sans KR"/>
                <a:cs typeface="Noto Sans KR"/>
              </a:defRPr>
            </a:pPr>
            <a:r>
              <a:rPr sz="1725" b="1">
                <a:solidFill>
                  <a:srgbClr val="173042"/>
                </a:solidFill>
                <a:latin typeface="Noto Sans KR"/>
                <a:ea typeface="Noto Sans KR"/>
                <a:cs typeface="Noto Sans KR"/>
              </a:rPr>
              <a:t>terrain·퀘스트·미니게임과 연결</a:t>
            </a:r>
          </a:p>
        </p:txBody>
      </p:sp>
      <p:sp>
        <p:nvSpPr>
          <p:cNvPr id="10" name="">
            <a:extLst xmlns:a="http://schemas.openxmlformats.org/drawingml/2006/main">
              <a:ext uri="{FF2B5EF4-FFF2-40B4-BE49-F238E27FC236}">
                <a16:creationId xmlns:a16="http://schemas.microsoft.com/office/drawing/2014/main" id="{07DEE12C-68A6-4875-81C9-3157FB002401}"/>
              </a:ext>
            </a:extLst>
          </p:cNvPr>
          <p:cNvSpPr>
            <a:spLocks xmlns:a="http://schemas.openxmlformats.org/drawingml/2006/main" noGrp="1"/>
          </p:cNvSpPr>
          <p:nvPr/>
        </p:nvSpPr>
        <p:spPr>
          <a:xfrm xmlns:a="http://schemas.openxmlformats.org/drawingml/2006/main">
            <a:off x="723900" y="3276600"/>
            <a:ext cx="5143500" cy="2343150"/>
          </a:xfrm>
          <a:prstGeom xmlns:a="http://schemas.openxmlformats.org/drawingml/2006/main" prst="roundRect">
            <a:avLst>
              <a:gd name="adj" fmla="val 6504"/>
            </a:avLst>
          </a:prstGeom>
          <a:solidFill xmlns:a="http://schemas.openxmlformats.org/drawingml/2006/main">
            <a:srgbClr val="F6E6DA"/>
          </a:solidFill>
          <a:ln xmlns:a="http://schemas.openxmlformats.org/drawingml/2006/main" w="9525">
            <a:solidFill>
              <a:srgbClr val="D9854F"/>
            </a:solidFill>
            <a:prstDash val="solid"/>
          </a:ln>
        </p:spPr>
      </p:sp>
      <p:sp>
        <p:nvSpPr>
          <p:cNvPr id="11" name="">
            <a:extLst xmlns:a="http://schemas.openxmlformats.org/drawingml/2006/main">
              <a:ext uri="{FF2B5EF4-FFF2-40B4-BE49-F238E27FC236}">
                <a16:creationId xmlns:a16="http://schemas.microsoft.com/office/drawing/2014/main" id="{53A490FC-34D5-46CF-9ED1-090FBB297D6D}"/>
              </a:ext>
            </a:extLst>
          </p:cNvPr>
          <p:cNvSpPr>
            <a:spLocks xmlns:a="http://schemas.openxmlformats.org/drawingml/2006/main" noGrp="1"/>
          </p:cNvSpPr>
          <p:nvPr/>
        </p:nvSpPr>
        <p:spPr>
          <a:xfrm xmlns:a="http://schemas.openxmlformats.org/drawingml/2006/main">
            <a:off x="990600" y="3486150"/>
            <a:ext cx="2381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650" b="1">
                <a:solidFill>
                  <a:srgbClr val="A94725"/>
                </a:solidFill>
                <a:latin typeface="Noto Sans KR"/>
                <a:ea typeface="Noto Sans KR"/>
                <a:cs typeface="Noto Sans KR"/>
              </a:defRPr>
            </a:pPr>
            <a:r>
              <a:rPr sz="1650" b="1">
                <a:solidFill>
                  <a:srgbClr val="A94725"/>
                </a:solidFill>
                <a:latin typeface="Noto Sans KR"/>
                <a:ea typeface="Noto Sans KR"/>
                <a:cs typeface="Noto Sans KR"/>
              </a:rPr>
              <a:t>현재 부족한 점</a:t>
            </a:r>
          </a:p>
        </p:txBody>
      </p:sp>
      <p:sp>
        <p:nvSpPr>
          <p:cNvPr id="12" name="">
            <a:extLst xmlns:a="http://schemas.openxmlformats.org/drawingml/2006/main">
              <a:ext uri="{FF2B5EF4-FFF2-40B4-BE49-F238E27FC236}">
                <a16:creationId xmlns:a16="http://schemas.microsoft.com/office/drawing/2014/main" id="{D6FFE090-2258-41C4-80AF-558A89D59D45}"/>
              </a:ext>
            </a:extLst>
          </p:cNvPr>
          <p:cNvSpPr>
            <a:spLocks xmlns:a="http://schemas.openxmlformats.org/drawingml/2006/main" noGrp="1"/>
          </p:cNvSpPr>
          <p:nvPr/>
        </p:nvSpPr>
        <p:spPr>
          <a:xfrm xmlns:a="http://schemas.openxmlformats.org/drawingml/2006/main">
            <a:off x="990600" y="3962400"/>
            <a:ext cx="447675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500" b="0">
                <a:solidFill>
                  <a:srgbClr val="173042"/>
                </a:solidFill>
                <a:latin typeface="Noto Sans KR"/>
                <a:ea typeface="Noto Sans KR"/>
                <a:cs typeface="Noto Sans KR"/>
              </a:defRPr>
            </a:pPr>
            <a:r>
              <a:rPr sz="1500" b="0">
                <a:solidFill>
                  <a:srgbClr val="173042"/>
                </a:solidFill>
                <a:latin typeface="Noto Sans KR"/>
                <a:ea typeface="Noto Sans KR"/>
                <a:cs typeface="Noto Sans KR"/>
              </a:rPr>
              <a:t>입력 형식이 정규식에 의존</a:t>
            </a:r>
          </a:p>
          <a:p xmlns:a="http://schemas.openxmlformats.org/drawingml/2006/main">
            <a:pPr algn="l">
              <a:defRPr sz="1500" b="0">
                <a:solidFill>
                  <a:srgbClr val="173042"/>
                </a:solidFill>
                <a:latin typeface="Noto Sans KR"/>
                <a:ea typeface="Noto Sans KR"/>
                <a:cs typeface="Noto Sans KR"/>
              </a:defRPr>
            </a:pPr>
            <a:r>
              <a:rPr sz="1500" b="0">
                <a:solidFill>
                  <a:srgbClr val="173042"/>
                </a:solidFill>
                <a:latin typeface="Noto Sans KR"/>
                <a:ea typeface="Noto Sans KR"/>
                <a:cs typeface="Noto Sans KR"/>
              </a:rPr>
              <a:t>한국어 인물·장소 보호가 부족</a:t>
            </a:r>
          </a:p>
          <a:p xmlns:a="http://schemas.openxmlformats.org/drawingml/2006/main">
            <a:pPr algn="l">
              <a:defRPr sz="1500" b="0">
                <a:solidFill>
                  <a:srgbClr val="173042"/>
                </a:solidFill>
                <a:latin typeface="Noto Sans KR"/>
                <a:ea typeface="Noto Sans KR"/>
                <a:cs typeface="Noto Sans KR"/>
              </a:defRPr>
            </a:pPr>
            <a:r>
              <a:rPr sz="1500" b="0">
                <a:solidFill>
                  <a:srgbClr val="173042"/>
                </a:solidFill>
                <a:latin typeface="Noto Sans KR"/>
                <a:ea typeface="Noto Sans KR"/>
                <a:cs typeface="Noto Sans KR"/>
              </a:rPr>
              <a:t>문자열 유사도만으로 의미를 판단</a:t>
            </a:r>
          </a:p>
          <a:p xmlns:a="http://schemas.openxmlformats.org/drawingml/2006/main">
            <a:pPr algn="l">
              <a:defRPr sz="1500" b="0">
                <a:solidFill>
                  <a:srgbClr val="173042"/>
                </a:solidFill>
                <a:latin typeface="Noto Sans KR"/>
                <a:ea typeface="Noto Sans KR"/>
                <a:cs typeface="Noto Sans KR"/>
              </a:defRPr>
            </a:pPr>
            <a:r>
              <a:rPr sz="1500" b="0">
                <a:solidFill>
                  <a:srgbClr val="173042"/>
                </a:solidFill>
                <a:latin typeface="Noto Sans KR"/>
                <a:ea typeface="Noto Sans KR"/>
                <a:cs typeface="Noto Sans KR"/>
              </a:rPr>
              <a:t>한 번 생성한 결과에 의존</a:t>
            </a:r>
          </a:p>
        </p:txBody>
      </p:sp>
      <p:sp>
        <p:nvSpPr>
          <p:cNvPr id="13" name="">
            <a:extLst xmlns:a="http://schemas.openxmlformats.org/drawingml/2006/main">
              <a:ext uri="{FF2B5EF4-FFF2-40B4-BE49-F238E27FC236}">
                <a16:creationId xmlns:a16="http://schemas.microsoft.com/office/drawing/2014/main" id="{3984A1AD-3099-48A2-A0BD-5EACEB9D6BE0}"/>
              </a:ext>
            </a:extLst>
          </p:cNvPr>
          <p:cNvSpPr>
            <a:spLocks xmlns:a="http://schemas.openxmlformats.org/drawingml/2006/main" noGrp="1"/>
          </p:cNvSpPr>
          <p:nvPr/>
        </p:nvSpPr>
        <p:spPr>
          <a:xfrm xmlns:a="http://schemas.openxmlformats.org/drawingml/2006/main">
            <a:off x="6324600" y="3276600"/>
            <a:ext cx="5143500" cy="2343150"/>
          </a:xfrm>
          <a:prstGeom xmlns:a="http://schemas.openxmlformats.org/drawingml/2006/main" prst="roundRect">
            <a:avLst>
              <a:gd name="adj" fmla="val 6504"/>
            </a:avLst>
          </a:prstGeom>
          <a:solidFill xmlns:a="http://schemas.openxmlformats.org/drawingml/2006/main">
            <a:srgbClr val="D9EEF0"/>
          </a:solidFill>
          <a:ln xmlns:a="http://schemas.openxmlformats.org/drawingml/2006/main" w="9525">
            <a:solidFill>
              <a:srgbClr val="18788A"/>
            </a:solidFill>
            <a:prstDash val="solid"/>
          </a:ln>
        </p:spPr>
      </p:sp>
      <p:sp>
        <p:nvSpPr>
          <p:cNvPr id="14" name="">
            <a:extLst xmlns:a="http://schemas.openxmlformats.org/drawingml/2006/main">
              <a:ext uri="{FF2B5EF4-FFF2-40B4-BE49-F238E27FC236}">
                <a16:creationId xmlns:a16="http://schemas.microsoft.com/office/drawing/2014/main" id="{6AC50C8B-892E-4C33-B836-3FDE3B3FAFD2}"/>
              </a:ext>
            </a:extLst>
          </p:cNvPr>
          <p:cNvSpPr>
            <a:spLocks xmlns:a="http://schemas.openxmlformats.org/drawingml/2006/main" noGrp="1"/>
          </p:cNvSpPr>
          <p:nvPr/>
        </p:nvSpPr>
        <p:spPr>
          <a:xfrm xmlns:a="http://schemas.openxmlformats.org/drawingml/2006/main">
            <a:off x="6591300" y="3486150"/>
            <a:ext cx="171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650" b="1">
                <a:solidFill>
                  <a:srgbClr val="18788A"/>
                </a:solidFill>
                <a:latin typeface="Noto Sans KR"/>
                <a:ea typeface="Noto Sans KR"/>
                <a:cs typeface="Noto Sans KR"/>
              </a:defRPr>
            </a:pPr>
            <a:r>
              <a:rPr sz="1650" b="1">
                <a:solidFill>
                  <a:srgbClr val="18788A"/>
                </a:solidFill>
                <a:latin typeface="Noto Sans KR"/>
                <a:ea typeface="Noto Sans KR"/>
                <a:cs typeface="Noto Sans KR"/>
              </a:rPr>
              <a:t>개선 구조</a:t>
            </a:r>
          </a:p>
        </p:txBody>
      </p:sp>
      <p:sp>
        <p:nvSpPr>
          <p:cNvPr id="15" name="">
            <a:extLst xmlns:a="http://schemas.openxmlformats.org/drawingml/2006/main">
              <a:ext uri="{FF2B5EF4-FFF2-40B4-BE49-F238E27FC236}">
                <a16:creationId xmlns:a16="http://schemas.microsoft.com/office/drawing/2014/main" id="{4481A956-ABF9-494F-83C9-61952B99AEF1}"/>
              </a:ext>
            </a:extLst>
          </p:cNvPr>
          <p:cNvSpPr>
            <a:spLocks xmlns:a="http://schemas.openxmlformats.org/drawingml/2006/main" noGrp="1"/>
          </p:cNvSpPr>
          <p:nvPr/>
        </p:nvSpPr>
        <p:spPr>
          <a:xfrm xmlns:a="http://schemas.openxmlformats.org/drawingml/2006/main">
            <a:off x="6591300" y="3943350"/>
            <a:ext cx="304800" cy="304800"/>
          </a:xfrm>
          <a:prstGeom xmlns:a="http://schemas.openxmlformats.org/drawingml/2006/main" prst="rect">
            <a:avLst/>
          </a:prstGeom>
          <a:solidFill xmlns:a="http://schemas.openxmlformats.org/drawingml/2006/main">
            <a:srgbClr val="18788A"/>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275" b="1">
                <a:solidFill>
                  <a:srgbClr val="FFFFFF"/>
                </a:solidFill>
                <a:latin typeface="Noto Sans KR"/>
                <a:ea typeface="Noto Sans KR"/>
                <a:cs typeface="Noto Sans KR"/>
              </a:defRPr>
            </a:pPr>
            <a:r>
              <a:rPr sz="1275" b="1">
                <a:solidFill>
                  <a:srgbClr val="FFFFFF"/>
                </a:solidFill>
                <a:latin typeface="Noto Sans KR"/>
                <a:ea typeface="Noto Sans KR"/>
                <a:cs typeface="Noto Sans KR"/>
              </a:rPr>
              <a:t>1</a:t>
            </a:r>
          </a:p>
        </p:txBody>
      </p:sp>
      <p:sp>
        <p:nvSpPr>
          <p:cNvPr id="16" name="">
            <a:extLst xmlns:a="http://schemas.openxmlformats.org/drawingml/2006/main">
              <a:ext uri="{FF2B5EF4-FFF2-40B4-BE49-F238E27FC236}">
                <a16:creationId xmlns:a16="http://schemas.microsoft.com/office/drawing/2014/main" id="{25E8EE5B-F92B-4E66-846D-F4D6FB7D9557}"/>
              </a:ext>
            </a:extLst>
          </p:cNvPr>
          <p:cNvSpPr>
            <a:spLocks xmlns:a="http://schemas.openxmlformats.org/drawingml/2006/main" noGrp="1"/>
          </p:cNvSpPr>
          <p:nvPr/>
        </p:nvSpPr>
        <p:spPr>
          <a:xfrm xmlns:a="http://schemas.openxmlformats.org/drawingml/2006/main">
            <a:off x="7048500" y="3924300"/>
            <a:ext cx="4095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350" b="0">
                <a:solidFill>
                  <a:srgbClr val="173042"/>
                </a:solidFill>
                <a:latin typeface="Noto Sans KR"/>
                <a:ea typeface="Noto Sans KR"/>
                <a:cs typeface="Noto Sans KR"/>
              </a:defRPr>
            </a:pPr>
            <a:r>
              <a:rPr sz="1350" b="0">
                <a:solidFill>
                  <a:srgbClr val="173042"/>
                </a:solidFill>
                <a:latin typeface="Noto Sans KR"/>
                <a:ea typeface="Noto Sans KR"/>
                <a:cs typeface="Noto Sans KR"/>
              </a:rPr>
              <a:t>버전이 있는 JSON과 변경 금지 목록 사용</a:t>
            </a:r>
          </a:p>
        </p:txBody>
      </p:sp>
      <p:sp>
        <p:nvSpPr>
          <p:cNvPr id="17" name="">
            <a:extLst xmlns:a="http://schemas.openxmlformats.org/drawingml/2006/main">
              <a:ext uri="{FF2B5EF4-FFF2-40B4-BE49-F238E27FC236}">
                <a16:creationId xmlns:a16="http://schemas.microsoft.com/office/drawing/2014/main" id="{C9DE6025-1FFC-4450-8E2E-3E2E406FE5D2}"/>
              </a:ext>
            </a:extLst>
          </p:cNvPr>
          <p:cNvSpPr>
            <a:spLocks xmlns:a="http://schemas.openxmlformats.org/drawingml/2006/main" noGrp="1"/>
          </p:cNvSpPr>
          <p:nvPr/>
        </p:nvSpPr>
        <p:spPr>
          <a:xfrm xmlns:a="http://schemas.openxmlformats.org/drawingml/2006/main">
            <a:off x="6591300" y="4343400"/>
            <a:ext cx="304800" cy="304800"/>
          </a:xfrm>
          <a:prstGeom xmlns:a="http://schemas.openxmlformats.org/drawingml/2006/main" prst="rect">
            <a:avLst/>
          </a:prstGeom>
          <a:solidFill xmlns:a="http://schemas.openxmlformats.org/drawingml/2006/main">
            <a:srgbClr val="18788A"/>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275" b="1">
                <a:solidFill>
                  <a:srgbClr val="FFFFFF"/>
                </a:solidFill>
                <a:latin typeface="Noto Sans KR"/>
                <a:ea typeface="Noto Sans KR"/>
                <a:cs typeface="Noto Sans KR"/>
              </a:defRPr>
            </a:pPr>
            <a:r>
              <a:rPr sz="1275" b="1">
                <a:solidFill>
                  <a:srgbClr val="FFFFFF"/>
                </a:solidFill>
                <a:latin typeface="Noto Sans KR"/>
                <a:ea typeface="Noto Sans KR"/>
                <a:cs typeface="Noto Sans KR"/>
              </a:rPr>
              <a:t>2</a:t>
            </a:r>
          </a:p>
        </p:txBody>
      </p:sp>
      <p:sp>
        <p:nvSpPr>
          <p:cNvPr id="18" name="">
            <a:extLst xmlns:a="http://schemas.openxmlformats.org/drawingml/2006/main">
              <a:ext uri="{FF2B5EF4-FFF2-40B4-BE49-F238E27FC236}">
                <a16:creationId xmlns:a16="http://schemas.microsoft.com/office/drawing/2014/main" id="{1C47EC57-68EE-43FE-BB1F-E12433C1BD7B}"/>
              </a:ext>
            </a:extLst>
          </p:cNvPr>
          <p:cNvSpPr>
            <a:spLocks xmlns:a="http://schemas.openxmlformats.org/drawingml/2006/main" noGrp="1"/>
          </p:cNvSpPr>
          <p:nvPr/>
        </p:nvSpPr>
        <p:spPr>
          <a:xfrm xmlns:a="http://schemas.openxmlformats.org/drawingml/2006/main">
            <a:off x="7048500" y="4324350"/>
            <a:ext cx="4095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350" b="0">
                <a:solidFill>
                  <a:srgbClr val="173042"/>
                </a:solidFill>
                <a:latin typeface="Noto Sans KR"/>
                <a:ea typeface="Noto Sans KR"/>
                <a:cs typeface="Noto Sans KR"/>
              </a:defRPr>
            </a:pPr>
            <a:r>
              <a:rPr sz="1350" b="0">
                <a:solidFill>
                  <a:srgbClr val="173042"/>
                </a:solidFill>
                <a:latin typeface="Noto Sans KR"/>
                <a:ea typeface="Noto Sans KR"/>
                <a:cs typeface="Noto Sans KR"/>
              </a:rPr>
              <a:t>이전·다음 대사를 함께 제공해 문맥 유지</a:t>
            </a:r>
          </a:p>
        </p:txBody>
      </p:sp>
      <p:sp>
        <p:nvSpPr>
          <p:cNvPr id="19" name="">
            <a:extLst xmlns:a="http://schemas.openxmlformats.org/drawingml/2006/main">
              <a:ext uri="{FF2B5EF4-FFF2-40B4-BE49-F238E27FC236}">
                <a16:creationId xmlns:a16="http://schemas.microsoft.com/office/drawing/2014/main" id="{916EEA00-2B9D-4419-9FAC-91629F64A8BC}"/>
              </a:ext>
            </a:extLst>
          </p:cNvPr>
          <p:cNvSpPr>
            <a:spLocks xmlns:a="http://schemas.openxmlformats.org/drawingml/2006/main" noGrp="1"/>
          </p:cNvSpPr>
          <p:nvPr/>
        </p:nvSpPr>
        <p:spPr>
          <a:xfrm xmlns:a="http://schemas.openxmlformats.org/drawingml/2006/main">
            <a:off x="6591300" y="4743450"/>
            <a:ext cx="304800" cy="304800"/>
          </a:xfrm>
          <a:prstGeom xmlns:a="http://schemas.openxmlformats.org/drawingml/2006/main" prst="rect">
            <a:avLst/>
          </a:prstGeom>
          <a:solidFill xmlns:a="http://schemas.openxmlformats.org/drawingml/2006/main">
            <a:srgbClr val="18788A"/>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275" b="1">
                <a:solidFill>
                  <a:srgbClr val="FFFFFF"/>
                </a:solidFill>
                <a:latin typeface="Noto Sans KR"/>
                <a:ea typeface="Noto Sans KR"/>
                <a:cs typeface="Noto Sans KR"/>
              </a:defRPr>
            </a:pPr>
            <a:r>
              <a:rPr sz="1275" b="1">
                <a:solidFill>
                  <a:srgbClr val="FFFFFF"/>
                </a:solidFill>
                <a:latin typeface="Noto Sans KR"/>
                <a:ea typeface="Noto Sans KR"/>
                <a:cs typeface="Noto Sans KR"/>
              </a:rPr>
              <a:t>3</a:t>
            </a:r>
          </a:p>
        </p:txBody>
      </p:sp>
      <p:sp>
        <p:nvSpPr>
          <p:cNvPr id="20" name="">
            <a:extLst xmlns:a="http://schemas.openxmlformats.org/drawingml/2006/main">
              <a:ext uri="{FF2B5EF4-FFF2-40B4-BE49-F238E27FC236}">
                <a16:creationId xmlns:a16="http://schemas.microsoft.com/office/drawing/2014/main" id="{7335B67E-D90F-44AC-81FA-D7B12DC2C434}"/>
              </a:ext>
            </a:extLst>
          </p:cNvPr>
          <p:cNvSpPr>
            <a:spLocks xmlns:a="http://schemas.openxmlformats.org/drawingml/2006/main" noGrp="1"/>
          </p:cNvSpPr>
          <p:nvPr/>
        </p:nvSpPr>
        <p:spPr>
          <a:xfrm xmlns:a="http://schemas.openxmlformats.org/drawingml/2006/main">
            <a:off x="7048500" y="4724400"/>
            <a:ext cx="4095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350" b="0">
                <a:solidFill>
                  <a:srgbClr val="173042"/>
                </a:solidFill>
                <a:latin typeface="Noto Sans KR"/>
                <a:ea typeface="Noto Sans KR"/>
                <a:cs typeface="Noto Sans KR"/>
              </a:defRPr>
            </a:pPr>
            <a:r>
              <a:rPr sz="1350" b="0">
                <a:solidFill>
                  <a:srgbClr val="173042"/>
                </a:solidFill>
                <a:latin typeface="Noto Sans KR"/>
                <a:ea typeface="Noto Sans KR"/>
                <a:cs typeface="Noto Sans KR"/>
              </a:rPr>
              <a:t>후보 3개를 생성하고 가장 안전한 결과 선택</a:t>
            </a:r>
          </a:p>
        </p:txBody>
      </p:sp>
      <p:sp>
        <p:nvSpPr>
          <p:cNvPr id="21" name="">
            <a:extLst xmlns:a="http://schemas.openxmlformats.org/drawingml/2006/main">
              <a:ext uri="{FF2B5EF4-FFF2-40B4-BE49-F238E27FC236}">
                <a16:creationId xmlns:a16="http://schemas.microsoft.com/office/drawing/2014/main" id="{A8DD0A75-FF0D-4E46-BAE5-0BDD3BDDA53B}"/>
              </a:ext>
            </a:extLst>
          </p:cNvPr>
          <p:cNvSpPr>
            <a:spLocks xmlns:a="http://schemas.openxmlformats.org/drawingml/2006/main" noGrp="1"/>
          </p:cNvSpPr>
          <p:nvPr/>
        </p:nvSpPr>
        <p:spPr>
          <a:xfrm xmlns:a="http://schemas.openxmlformats.org/drawingml/2006/main">
            <a:off x="6591300" y="5143500"/>
            <a:ext cx="304800" cy="304800"/>
          </a:xfrm>
          <a:prstGeom xmlns:a="http://schemas.openxmlformats.org/drawingml/2006/main" prst="rect">
            <a:avLst/>
          </a:prstGeom>
          <a:solidFill xmlns:a="http://schemas.openxmlformats.org/drawingml/2006/main">
            <a:srgbClr val="18788A"/>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275" b="1">
                <a:solidFill>
                  <a:srgbClr val="FFFFFF"/>
                </a:solidFill>
                <a:latin typeface="Noto Sans KR"/>
                <a:ea typeface="Noto Sans KR"/>
                <a:cs typeface="Noto Sans KR"/>
              </a:defRPr>
            </a:pPr>
            <a:r>
              <a:rPr sz="1275" b="1">
                <a:solidFill>
                  <a:srgbClr val="FFFFFF"/>
                </a:solidFill>
                <a:latin typeface="Noto Sans KR"/>
                <a:ea typeface="Noto Sans KR"/>
                <a:cs typeface="Noto Sans KR"/>
              </a:rPr>
              <a:t>4</a:t>
            </a:r>
          </a:p>
        </p:txBody>
      </p:sp>
      <p:sp>
        <p:nvSpPr>
          <p:cNvPr id="22" name="">
            <a:extLst xmlns:a="http://schemas.openxmlformats.org/drawingml/2006/main">
              <a:ext uri="{FF2B5EF4-FFF2-40B4-BE49-F238E27FC236}">
                <a16:creationId xmlns:a16="http://schemas.microsoft.com/office/drawing/2014/main" id="{1D8CF5AC-7143-4A95-90A6-7A83AB0423F0}"/>
              </a:ext>
            </a:extLst>
          </p:cNvPr>
          <p:cNvSpPr>
            <a:spLocks xmlns:a="http://schemas.openxmlformats.org/drawingml/2006/main" noGrp="1"/>
          </p:cNvSpPr>
          <p:nvPr/>
        </p:nvSpPr>
        <p:spPr>
          <a:xfrm xmlns:a="http://schemas.openxmlformats.org/drawingml/2006/main">
            <a:off x="7048500" y="5124450"/>
            <a:ext cx="4095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350" b="1">
                <a:solidFill>
                  <a:srgbClr val="173042"/>
                </a:solidFill>
                <a:latin typeface="Noto Sans KR"/>
                <a:ea typeface="Noto Sans KR"/>
                <a:cs typeface="Noto Sans KR"/>
              </a:defRPr>
            </a:pPr>
            <a:r>
              <a:rPr sz="1350" b="1">
                <a:solidFill>
                  <a:srgbClr val="173042"/>
                </a:solidFill>
                <a:latin typeface="Noto Sans KR"/>
                <a:ea typeface="Noto Sans KR"/>
                <a:cs typeface="Noto Sans KR"/>
              </a:rPr>
              <a:t>규칙·의미·루트 검사 후 실패 시 원문 복구</a:t>
            </a:r>
          </a:p>
        </p:txBody>
      </p:sp>
      <p:sp>
        <p:nvSpPr>
          <p:cNvPr id="23" name="">
            <a:extLst xmlns:a="http://schemas.openxmlformats.org/drawingml/2006/main">
              <a:ext uri="{FF2B5EF4-FFF2-40B4-BE49-F238E27FC236}">
                <a16:creationId xmlns:a16="http://schemas.microsoft.com/office/drawing/2014/main" id="{14B7B468-8254-4309-A1F6-21C45F10D770}"/>
              </a:ext>
            </a:extLst>
          </p:cNvPr>
          <p:cNvSpPr>
            <a:spLocks xmlns:a="http://schemas.openxmlformats.org/drawingml/2006/main" noGrp="1"/>
          </p:cNvSpPr>
          <p:nvPr/>
        </p:nvSpPr>
        <p:spPr>
          <a:xfrm xmlns:a="http://schemas.openxmlformats.org/drawingml/2006/main">
            <a:off x="723900" y="5962650"/>
            <a:ext cx="10782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500" b="1">
                <a:solidFill>
                  <a:srgbClr val="173042"/>
                </a:solidFill>
                <a:latin typeface="Noto Sans KR"/>
                <a:ea typeface="Noto Sans KR"/>
                <a:cs typeface="Noto Sans KR"/>
              </a:defRPr>
            </a:pPr>
            <a:r>
              <a:rPr sz="1500" b="1">
                <a:solidFill>
                  <a:srgbClr val="173042"/>
                </a:solidFill>
                <a:latin typeface="Noto Sans KR"/>
                <a:ea typeface="Noto Sans KR"/>
                <a:cs typeface="Noto Sans KR"/>
              </a:rPr>
              <a:t>입력·검증 구조를 안정화한 뒤 Kanana 1.3B(약 13억)와 3B(약 30억)를 비교합니다.</a:t>
            </a:r>
          </a:p>
        </p:txBody>
      </p:sp>
    </p:spTree>
    <p:extLst>
      <p:ext uri="{BB962C8B-B14F-4D97-AF65-F5344CB8AC3E}">
        <p14:creationId xmlns:p14="http://schemas.microsoft.com/office/powerpoint/2010/main" val="382797072"/>
      </p:ext>
    </p:extLst>
  </p:cSld>
</p:sld>
</file>

<file path=ppt/slides/slide4.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E929B5E9-3D93-4857-8568-CD272A909FFB}"/>
              </a:ext>
            </a:extLst>
          </p:cNvPr>
          <p:cNvSpPr>
            <a:spLocks xmlns:a="http://schemas.openxmlformats.org/drawingml/2006/main" noGrp="1"/>
          </p:cNvSpPr>
          <p:nvPr/>
        </p:nvSpPr>
        <p:spPr>
          <a:xfrm xmlns:a="http://schemas.openxmlformats.org/drawingml/2006/main">
            <a:off x="609600" y="361950"/>
            <a:ext cx="9906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3150" b="1">
                <a:solidFill>
                  <a:srgbClr val="173042"/>
                </a:solidFill>
                <a:latin typeface="Noto Sans KR"/>
                <a:ea typeface="Noto Sans KR"/>
                <a:cs typeface="Noto Sans KR"/>
              </a:defRPr>
            </a:pPr>
            <a:r>
              <a:rPr sz="3150" b="1">
                <a:solidFill>
                  <a:srgbClr val="173042"/>
                </a:solidFill>
                <a:latin typeface="Noto Sans KR"/>
                <a:ea typeface="Noto Sans KR"/>
                <a:cs typeface="Noto Sans KR"/>
              </a:rPr>
              <a:t>유영선 담당 기능</a:t>
            </a:r>
          </a:p>
        </p:txBody>
      </p:sp>
      <p:sp>
        <p:nvSpPr>
          <p:cNvPr id="2" name="">
            <a:extLst xmlns:a="http://schemas.openxmlformats.org/drawingml/2006/main">
              <a:ext uri="{FF2B5EF4-FFF2-40B4-BE49-F238E27FC236}">
                <a16:creationId xmlns:a16="http://schemas.microsoft.com/office/drawing/2014/main" id="{F41D38F9-50F0-43F2-B7CE-11A9C16FC038}"/>
              </a:ext>
            </a:extLst>
          </p:cNvPr>
          <p:cNvSpPr>
            <a:spLocks xmlns:a="http://schemas.openxmlformats.org/drawingml/2006/main" noGrp="1"/>
          </p:cNvSpPr>
          <p:nvPr/>
        </p:nvSpPr>
        <p:spPr>
          <a:xfrm xmlns:a="http://schemas.openxmlformats.org/drawingml/2006/main">
            <a:off x="11049000" y="400050"/>
            <a:ext cx="5143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r">
              <a:defRPr sz="1500" b="1">
                <a:solidFill>
                  <a:srgbClr val="18788A"/>
                </a:solidFill>
                <a:latin typeface="Noto Sans KR"/>
                <a:ea typeface="Noto Sans KR"/>
                <a:cs typeface="Noto Sans KR"/>
              </a:defRPr>
            </a:pPr>
            <a:r>
              <a:rPr sz="1500" b="1">
                <a:solidFill>
                  <a:srgbClr val="18788A"/>
                </a:solidFill>
                <a:latin typeface="Noto Sans KR"/>
                <a:ea typeface="Noto Sans KR"/>
                <a:cs typeface="Noto Sans KR"/>
              </a:rPr>
              <a:t>04</a:t>
            </a:r>
          </a:p>
        </p:txBody>
      </p:sp>
      <p:sp>
        <p:nvSpPr>
          <p:cNvPr id="3" name="">
            <a:extLst xmlns:a="http://schemas.openxmlformats.org/drawingml/2006/main">
              <a:ext uri="{FF2B5EF4-FFF2-40B4-BE49-F238E27FC236}">
                <a16:creationId xmlns:a16="http://schemas.microsoft.com/office/drawing/2014/main" id="{B8CCC446-5B47-4734-A454-ECB9DC86F047}"/>
              </a:ext>
            </a:extLst>
          </p:cNvPr>
          <p:cNvSpPr>
            <a:spLocks xmlns:a="http://schemas.openxmlformats.org/drawingml/2006/main" noGrp="1"/>
          </p:cNvSpPr>
          <p:nvPr/>
        </p:nvSpPr>
        <p:spPr>
          <a:xfrm xmlns:a="http://schemas.openxmlformats.org/drawingml/2006/main">
            <a:off x="609600" y="1028700"/>
            <a:ext cx="10972800" cy="19050"/>
          </a:xfrm>
          <a:prstGeom xmlns:a="http://schemas.openxmlformats.org/drawingml/2006/main" prst="rect">
            <a:avLst/>
          </a:prstGeom>
          <a:solidFill xmlns:a="http://schemas.openxmlformats.org/drawingml/2006/main">
            <a:srgbClr val="CBD4D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F69F21F5-5214-47E4-B709-DDA38DC657A0}"/>
              </a:ext>
            </a:extLst>
          </p:cNvPr>
          <p:cNvSpPr>
            <a:spLocks xmlns:a="http://schemas.openxmlformats.org/drawingml/2006/main" noGrp="1"/>
          </p:cNvSpPr>
          <p:nvPr/>
        </p:nvSpPr>
        <p:spPr>
          <a:xfrm xmlns:a="http://schemas.openxmlformats.org/drawingml/2006/main">
            <a:off x="781050" y="1466850"/>
            <a:ext cx="7810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2550" b="1">
                <a:solidFill>
                  <a:srgbClr val="18788A"/>
                </a:solidFill>
                <a:latin typeface="Noto Sans KR"/>
                <a:ea typeface="Noto Sans KR"/>
                <a:cs typeface="Noto Sans KR"/>
              </a:defRPr>
            </a:pPr>
            <a:r>
              <a:rPr sz="2550" b="1">
                <a:solidFill>
                  <a:srgbClr val="18788A"/>
                </a:solidFill>
                <a:latin typeface="Noto Sans KR"/>
                <a:ea typeface="Noto Sans KR"/>
                <a:cs typeface="Noto Sans KR"/>
              </a:rPr>
              <a:t>01</a:t>
            </a:r>
          </a:p>
        </p:txBody>
      </p:sp>
      <p:sp>
        <p:nvSpPr>
          <p:cNvPr id="5" name="">
            <a:extLst xmlns:a="http://schemas.openxmlformats.org/drawingml/2006/main">
              <a:ext uri="{FF2B5EF4-FFF2-40B4-BE49-F238E27FC236}">
                <a16:creationId xmlns:a16="http://schemas.microsoft.com/office/drawing/2014/main" id="{65401802-E932-4925-AD50-F657BA0C8A4D}"/>
              </a:ext>
            </a:extLst>
          </p:cNvPr>
          <p:cNvSpPr>
            <a:spLocks xmlns:a="http://schemas.openxmlformats.org/drawingml/2006/main" noGrp="1"/>
          </p:cNvSpPr>
          <p:nvPr/>
        </p:nvSpPr>
        <p:spPr>
          <a:xfrm xmlns:a="http://schemas.openxmlformats.org/drawingml/2006/main">
            <a:off x="1809750" y="1466850"/>
            <a:ext cx="295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2175" b="1">
                <a:solidFill>
                  <a:srgbClr val="173042"/>
                </a:solidFill>
                <a:latin typeface="Noto Sans KR"/>
                <a:ea typeface="Noto Sans KR"/>
                <a:cs typeface="Noto Sans KR"/>
              </a:defRPr>
            </a:pPr>
            <a:r>
              <a:rPr sz="2175" b="1">
                <a:solidFill>
                  <a:srgbClr val="173042"/>
                </a:solidFill>
                <a:latin typeface="Noto Sans KR"/>
                <a:ea typeface="Noto Sans KR"/>
                <a:cs typeface="Noto Sans KR"/>
              </a:rPr>
              <a:t>입력 표준화</a:t>
            </a:r>
          </a:p>
        </p:txBody>
      </p:sp>
      <p:sp>
        <p:nvSpPr>
          <p:cNvPr id="6" name="">
            <a:extLst xmlns:a="http://schemas.openxmlformats.org/drawingml/2006/main">
              <a:ext uri="{FF2B5EF4-FFF2-40B4-BE49-F238E27FC236}">
                <a16:creationId xmlns:a16="http://schemas.microsoft.com/office/drawing/2014/main" id="{EEB5D8BF-34FB-4D1B-86D2-79863684F40A}"/>
              </a:ext>
            </a:extLst>
          </p:cNvPr>
          <p:cNvSpPr>
            <a:spLocks xmlns:a="http://schemas.openxmlformats.org/drawingml/2006/main" noGrp="1"/>
          </p:cNvSpPr>
          <p:nvPr/>
        </p:nvSpPr>
        <p:spPr>
          <a:xfrm xmlns:a="http://schemas.openxmlformats.org/drawingml/2006/main">
            <a:off x="4953000" y="1466850"/>
            <a:ext cx="628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725" b="0">
                <a:solidFill>
                  <a:srgbClr val="5E6B75"/>
                </a:solidFill>
                <a:latin typeface="Noto Sans KR"/>
                <a:ea typeface="Noto Sans KR"/>
                <a:cs typeface="Noto Sans KR"/>
              </a:defRPr>
            </a:pPr>
            <a:r>
              <a:rPr sz="1725" b="0">
                <a:solidFill>
                  <a:srgbClr val="5E6B75"/>
                </a:solidFill>
                <a:latin typeface="Noto Sans KR"/>
                <a:ea typeface="Noto Sans KR"/>
                <a:cs typeface="Noto Sans KR"/>
              </a:rPr>
              <a:t>JSON 스키마와 변경 금지 항목 정의</a:t>
            </a:r>
          </a:p>
        </p:txBody>
      </p:sp>
      <p:sp>
        <p:nvSpPr>
          <p:cNvPr id="7" name="">
            <a:extLst xmlns:a="http://schemas.openxmlformats.org/drawingml/2006/main">
              <a:ext uri="{FF2B5EF4-FFF2-40B4-BE49-F238E27FC236}">
                <a16:creationId xmlns:a16="http://schemas.microsoft.com/office/drawing/2014/main" id="{5818F134-C327-4010-B272-C69822FAEB5F}"/>
              </a:ext>
            </a:extLst>
          </p:cNvPr>
          <p:cNvSpPr>
            <a:spLocks xmlns:a="http://schemas.openxmlformats.org/drawingml/2006/main" noGrp="1"/>
          </p:cNvSpPr>
          <p:nvPr/>
        </p:nvSpPr>
        <p:spPr>
          <a:xfrm xmlns:a="http://schemas.openxmlformats.org/drawingml/2006/main">
            <a:off x="819150" y="2247900"/>
            <a:ext cx="10420350" cy="9525"/>
          </a:xfrm>
          <a:prstGeom xmlns:a="http://schemas.openxmlformats.org/drawingml/2006/main" prst="rect">
            <a:avLst/>
          </a:prstGeom>
          <a:solidFill xmlns:a="http://schemas.openxmlformats.org/drawingml/2006/main">
            <a:srgbClr val="CBD4D8"/>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437C2578-8EB5-45D3-95A3-E39DE164EE38}"/>
              </a:ext>
            </a:extLst>
          </p:cNvPr>
          <p:cNvSpPr>
            <a:spLocks xmlns:a="http://schemas.openxmlformats.org/drawingml/2006/main" noGrp="1"/>
          </p:cNvSpPr>
          <p:nvPr/>
        </p:nvSpPr>
        <p:spPr>
          <a:xfrm xmlns:a="http://schemas.openxmlformats.org/drawingml/2006/main">
            <a:off x="781050" y="2647950"/>
            <a:ext cx="7810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2550" b="1">
                <a:solidFill>
                  <a:srgbClr val="D9854F"/>
                </a:solidFill>
                <a:latin typeface="Noto Sans KR"/>
                <a:ea typeface="Noto Sans KR"/>
                <a:cs typeface="Noto Sans KR"/>
              </a:defRPr>
            </a:pPr>
            <a:r>
              <a:rPr sz="2550" b="1">
                <a:solidFill>
                  <a:srgbClr val="D9854F"/>
                </a:solidFill>
                <a:latin typeface="Noto Sans KR"/>
                <a:ea typeface="Noto Sans KR"/>
                <a:cs typeface="Noto Sans KR"/>
              </a:rPr>
              <a:t>02</a:t>
            </a:r>
          </a:p>
        </p:txBody>
      </p:sp>
      <p:sp>
        <p:nvSpPr>
          <p:cNvPr id="9" name="">
            <a:extLst xmlns:a="http://schemas.openxmlformats.org/drawingml/2006/main">
              <a:ext uri="{FF2B5EF4-FFF2-40B4-BE49-F238E27FC236}">
                <a16:creationId xmlns:a16="http://schemas.microsoft.com/office/drawing/2014/main" id="{53382CE5-BB58-492F-87EA-844D4CE83182}"/>
              </a:ext>
            </a:extLst>
          </p:cNvPr>
          <p:cNvSpPr>
            <a:spLocks xmlns:a="http://schemas.openxmlformats.org/drawingml/2006/main" noGrp="1"/>
          </p:cNvSpPr>
          <p:nvPr/>
        </p:nvSpPr>
        <p:spPr>
          <a:xfrm xmlns:a="http://schemas.openxmlformats.org/drawingml/2006/main">
            <a:off x="1809750" y="2647950"/>
            <a:ext cx="295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2175" b="1">
                <a:solidFill>
                  <a:srgbClr val="173042"/>
                </a:solidFill>
                <a:latin typeface="Noto Sans KR"/>
                <a:ea typeface="Noto Sans KR"/>
                <a:cs typeface="Noto Sans KR"/>
              </a:defRPr>
            </a:pPr>
            <a:r>
              <a:rPr sz="2175" b="1">
                <a:solidFill>
                  <a:srgbClr val="173042"/>
                </a:solidFill>
                <a:latin typeface="Noto Sans KR"/>
                <a:ea typeface="Noto Sans KR"/>
                <a:cs typeface="Noto Sans KR"/>
              </a:rPr>
              <a:t>모델 비교</a:t>
            </a:r>
          </a:p>
        </p:txBody>
      </p:sp>
      <p:sp>
        <p:nvSpPr>
          <p:cNvPr id="10" name="">
            <a:extLst xmlns:a="http://schemas.openxmlformats.org/drawingml/2006/main">
              <a:ext uri="{FF2B5EF4-FFF2-40B4-BE49-F238E27FC236}">
                <a16:creationId xmlns:a16="http://schemas.microsoft.com/office/drawing/2014/main" id="{9FB23462-7529-4C54-B8F6-7D4B28D0F8F7}"/>
              </a:ext>
            </a:extLst>
          </p:cNvPr>
          <p:cNvSpPr>
            <a:spLocks xmlns:a="http://schemas.openxmlformats.org/drawingml/2006/main" noGrp="1"/>
          </p:cNvSpPr>
          <p:nvPr/>
        </p:nvSpPr>
        <p:spPr>
          <a:xfrm xmlns:a="http://schemas.openxmlformats.org/drawingml/2006/main">
            <a:off x="4953000" y="2647950"/>
            <a:ext cx="628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725" b="0">
                <a:solidFill>
                  <a:srgbClr val="5E6B75"/>
                </a:solidFill>
                <a:latin typeface="Noto Sans KR"/>
                <a:ea typeface="Noto Sans KR"/>
                <a:cs typeface="Noto Sans KR"/>
              </a:defRPr>
            </a:pPr>
            <a:r>
              <a:rPr sz="1725" b="0">
                <a:solidFill>
                  <a:srgbClr val="5E6B75"/>
                </a:solidFill>
                <a:latin typeface="Noto Sans KR"/>
                <a:ea typeface="Noto Sans KR"/>
                <a:cs typeface="Noto Sans KR"/>
              </a:rPr>
              <a:t>Kanana 1.3B(13억)·3B(30억)를 동일 조건에서 평가</a:t>
            </a:r>
          </a:p>
        </p:txBody>
      </p:sp>
      <p:sp>
        <p:nvSpPr>
          <p:cNvPr id="11" name="">
            <a:extLst xmlns:a="http://schemas.openxmlformats.org/drawingml/2006/main">
              <a:ext uri="{FF2B5EF4-FFF2-40B4-BE49-F238E27FC236}">
                <a16:creationId xmlns:a16="http://schemas.microsoft.com/office/drawing/2014/main" id="{C285F242-DAE9-4814-8EAC-21BEF6ECAF34}"/>
              </a:ext>
            </a:extLst>
          </p:cNvPr>
          <p:cNvSpPr>
            <a:spLocks xmlns:a="http://schemas.openxmlformats.org/drawingml/2006/main" noGrp="1"/>
          </p:cNvSpPr>
          <p:nvPr/>
        </p:nvSpPr>
        <p:spPr>
          <a:xfrm xmlns:a="http://schemas.openxmlformats.org/drawingml/2006/main">
            <a:off x="819150" y="3429000"/>
            <a:ext cx="10420350" cy="9525"/>
          </a:xfrm>
          <a:prstGeom xmlns:a="http://schemas.openxmlformats.org/drawingml/2006/main" prst="rect">
            <a:avLst/>
          </a:prstGeom>
          <a:solidFill xmlns:a="http://schemas.openxmlformats.org/drawingml/2006/main">
            <a:srgbClr val="CBD4D8"/>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4DCC8EB0-84DA-4B94-BAE2-F5D6FFA9C64D}"/>
              </a:ext>
            </a:extLst>
          </p:cNvPr>
          <p:cNvSpPr>
            <a:spLocks xmlns:a="http://schemas.openxmlformats.org/drawingml/2006/main" noGrp="1"/>
          </p:cNvSpPr>
          <p:nvPr/>
        </p:nvSpPr>
        <p:spPr>
          <a:xfrm xmlns:a="http://schemas.openxmlformats.org/drawingml/2006/main">
            <a:off x="781050" y="3829050"/>
            <a:ext cx="7810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2550" b="1">
                <a:solidFill>
                  <a:srgbClr val="18788A"/>
                </a:solidFill>
                <a:latin typeface="Noto Sans KR"/>
                <a:ea typeface="Noto Sans KR"/>
                <a:cs typeface="Noto Sans KR"/>
              </a:defRPr>
            </a:pPr>
            <a:r>
              <a:rPr sz="2550" b="1">
                <a:solidFill>
                  <a:srgbClr val="18788A"/>
                </a:solidFill>
                <a:latin typeface="Noto Sans KR"/>
                <a:ea typeface="Noto Sans KR"/>
                <a:cs typeface="Noto Sans KR"/>
              </a:rPr>
              <a:t>03</a:t>
            </a:r>
          </a:p>
        </p:txBody>
      </p:sp>
      <p:sp>
        <p:nvSpPr>
          <p:cNvPr id="13" name="">
            <a:extLst xmlns:a="http://schemas.openxmlformats.org/drawingml/2006/main">
              <a:ext uri="{FF2B5EF4-FFF2-40B4-BE49-F238E27FC236}">
                <a16:creationId xmlns:a16="http://schemas.microsoft.com/office/drawing/2014/main" id="{A1D84E67-4ACE-4A46-8CAD-C43687165C42}"/>
              </a:ext>
            </a:extLst>
          </p:cNvPr>
          <p:cNvSpPr>
            <a:spLocks xmlns:a="http://schemas.openxmlformats.org/drawingml/2006/main" noGrp="1"/>
          </p:cNvSpPr>
          <p:nvPr/>
        </p:nvSpPr>
        <p:spPr>
          <a:xfrm xmlns:a="http://schemas.openxmlformats.org/drawingml/2006/main">
            <a:off x="1809750" y="3829050"/>
            <a:ext cx="295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2175" b="1">
                <a:solidFill>
                  <a:srgbClr val="173042"/>
                </a:solidFill>
                <a:latin typeface="Noto Sans KR"/>
                <a:ea typeface="Noto Sans KR"/>
                <a:cs typeface="Noto Sans KR"/>
              </a:defRPr>
            </a:pPr>
            <a:r>
              <a:rPr sz="2175" b="1">
                <a:solidFill>
                  <a:srgbClr val="173042"/>
                </a:solidFill>
                <a:latin typeface="Noto Sans KR"/>
                <a:ea typeface="Noto Sans KR"/>
                <a:cs typeface="Noto Sans KR"/>
              </a:rPr>
              <a:t>품질 검증</a:t>
            </a:r>
          </a:p>
        </p:txBody>
      </p:sp>
      <p:sp>
        <p:nvSpPr>
          <p:cNvPr id="14" name="">
            <a:extLst xmlns:a="http://schemas.openxmlformats.org/drawingml/2006/main">
              <a:ext uri="{FF2B5EF4-FFF2-40B4-BE49-F238E27FC236}">
                <a16:creationId xmlns:a16="http://schemas.microsoft.com/office/drawing/2014/main" id="{20AE4D05-2373-4BB8-BE3A-B4CFCA1EC825}"/>
              </a:ext>
            </a:extLst>
          </p:cNvPr>
          <p:cNvSpPr>
            <a:spLocks xmlns:a="http://schemas.openxmlformats.org/drawingml/2006/main" noGrp="1"/>
          </p:cNvSpPr>
          <p:nvPr/>
        </p:nvSpPr>
        <p:spPr>
          <a:xfrm xmlns:a="http://schemas.openxmlformats.org/drawingml/2006/main">
            <a:off x="4953000" y="3829050"/>
            <a:ext cx="628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725" b="0">
                <a:solidFill>
                  <a:srgbClr val="5E6B75"/>
                </a:solidFill>
                <a:latin typeface="Noto Sans KR"/>
                <a:ea typeface="Noto Sans KR"/>
                <a:cs typeface="Noto Sans KR"/>
              </a:defRPr>
            </a:pPr>
            <a:r>
              <a:rPr sz="1725" b="0">
                <a:solidFill>
                  <a:srgbClr val="5E6B75"/>
                </a:solidFill>
                <a:latin typeface="Noto Sans KR"/>
                <a:ea typeface="Noto Sans KR"/>
                <a:cs typeface="Noto Sans KR"/>
              </a:rPr>
              <a:t>규칙·의미·루트 검사와 원문 복구</a:t>
            </a:r>
          </a:p>
        </p:txBody>
      </p:sp>
      <p:sp>
        <p:nvSpPr>
          <p:cNvPr id="15" name="">
            <a:extLst xmlns:a="http://schemas.openxmlformats.org/drawingml/2006/main">
              <a:ext uri="{FF2B5EF4-FFF2-40B4-BE49-F238E27FC236}">
                <a16:creationId xmlns:a16="http://schemas.microsoft.com/office/drawing/2014/main" id="{483DDB2F-E8B3-4C2D-B0CE-20D748458FC2}"/>
              </a:ext>
            </a:extLst>
          </p:cNvPr>
          <p:cNvSpPr>
            <a:spLocks xmlns:a="http://schemas.openxmlformats.org/drawingml/2006/main" noGrp="1"/>
          </p:cNvSpPr>
          <p:nvPr/>
        </p:nvSpPr>
        <p:spPr>
          <a:xfrm xmlns:a="http://schemas.openxmlformats.org/drawingml/2006/main">
            <a:off x="819150" y="4610100"/>
            <a:ext cx="10420350" cy="9525"/>
          </a:xfrm>
          <a:prstGeom xmlns:a="http://schemas.openxmlformats.org/drawingml/2006/main" prst="rect">
            <a:avLst/>
          </a:prstGeom>
          <a:solidFill xmlns:a="http://schemas.openxmlformats.org/drawingml/2006/main">
            <a:srgbClr val="CBD4D8"/>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CE14522A-9372-43CA-9B3E-1A9A6F6A0310}"/>
              </a:ext>
            </a:extLst>
          </p:cNvPr>
          <p:cNvSpPr>
            <a:spLocks xmlns:a="http://schemas.openxmlformats.org/drawingml/2006/main" noGrp="1"/>
          </p:cNvSpPr>
          <p:nvPr/>
        </p:nvSpPr>
        <p:spPr>
          <a:xfrm xmlns:a="http://schemas.openxmlformats.org/drawingml/2006/main">
            <a:off x="781050" y="5010150"/>
            <a:ext cx="7810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2550" b="1">
                <a:solidFill>
                  <a:srgbClr val="D9854F"/>
                </a:solidFill>
                <a:latin typeface="Noto Sans KR"/>
                <a:ea typeface="Noto Sans KR"/>
                <a:cs typeface="Noto Sans KR"/>
              </a:defRPr>
            </a:pPr>
            <a:r>
              <a:rPr sz="2550" b="1">
                <a:solidFill>
                  <a:srgbClr val="D9854F"/>
                </a:solidFill>
                <a:latin typeface="Noto Sans KR"/>
                <a:ea typeface="Noto Sans KR"/>
                <a:cs typeface="Noto Sans KR"/>
              </a:rPr>
              <a:t>04</a:t>
            </a:r>
          </a:p>
        </p:txBody>
      </p:sp>
      <p:sp>
        <p:nvSpPr>
          <p:cNvPr id="17" name="">
            <a:extLst xmlns:a="http://schemas.openxmlformats.org/drawingml/2006/main">
              <a:ext uri="{FF2B5EF4-FFF2-40B4-BE49-F238E27FC236}">
                <a16:creationId xmlns:a16="http://schemas.microsoft.com/office/drawing/2014/main" id="{091E6308-9C20-4284-9704-73AE6AF0C6E0}"/>
              </a:ext>
            </a:extLst>
          </p:cNvPr>
          <p:cNvSpPr>
            <a:spLocks xmlns:a="http://schemas.openxmlformats.org/drawingml/2006/main" noGrp="1"/>
          </p:cNvSpPr>
          <p:nvPr/>
        </p:nvSpPr>
        <p:spPr>
          <a:xfrm xmlns:a="http://schemas.openxmlformats.org/drawingml/2006/main">
            <a:off x="1809750" y="5010150"/>
            <a:ext cx="295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2175" b="1">
                <a:solidFill>
                  <a:srgbClr val="173042"/>
                </a:solidFill>
                <a:latin typeface="Noto Sans KR"/>
                <a:ea typeface="Noto Sans KR"/>
                <a:cs typeface="Noto Sans KR"/>
              </a:defRPr>
            </a:pPr>
            <a:r>
              <a:rPr sz="2175" b="1">
                <a:solidFill>
                  <a:srgbClr val="173042"/>
                </a:solidFill>
                <a:latin typeface="Noto Sans KR"/>
                <a:ea typeface="Noto Sans KR"/>
                <a:cs typeface="Noto Sans KR"/>
              </a:rPr>
              <a:t>게임 연동</a:t>
            </a:r>
          </a:p>
        </p:txBody>
      </p:sp>
      <p:sp>
        <p:nvSpPr>
          <p:cNvPr id="18" name="">
            <a:extLst xmlns:a="http://schemas.openxmlformats.org/drawingml/2006/main">
              <a:ext uri="{FF2B5EF4-FFF2-40B4-BE49-F238E27FC236}">
                <a16:creationId xmlns:a16="http://schemas.microsoft.com/office/drawing/2014/main" id="{0A11CFBA-D701-4A20-B73B-EE97CBACB860}"/>
              </a:ext>
            </a:extLst>
          </p:cNvPr>
          <p:cNvSpPr>
            <a:spLocks xmlns:a="http://schemas.openxmlformats.org/drawingml/2006/main" noGrp="1"/>
          </p:cNvSpPr>
          <p:nvPr/>
        </p:nvSpPr>
        <p:spPr>
          <a:xfrm xmlns:a="http://schemas.openxmlformats.org/drawingml/2006/main">
            <a:off x="4953000" y="5010150"/>
            <a:ext cx="628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725" b="0">
                <a:solidFill>
                  <a:srgbClr val="5E6B75"/>
                </a:solidFill>
                <a:latin typeface="Noto Sans KR"/>
                <a:ea typeface="Noto Sans KR"/>
                <a:cs typeface="Noto Sans KR"/>
              </a:defRPr>
            </a:pPr>
            <a:r>
              <a:rPr sz="1725" b="0">
                <a:solidFill>
                  <a:srgbClr val="5E6B75"/>
                </a:solidFill>
                <a:latin typeface="Noto Sans KR"/>
                <a:ea typeface="Noto Sans KR"/>
                <a:cs typeface="Noto Sans KR"/>
              </a:rPr>
              <a:t>검증 결과를 terrain·대화·미니게임에 반영</a:t>
            </a:r>
          </a:p>
        </p:txBody>
      </p:sp>
      <p:sp>
        <p:nvSpPr>
          <p:cNvPr id="19" name="">
            <a:extLst xmlns:a="http://schemas.openxmlformats.org/drawingml/2006/main">
              <a:ext uri="{FF2B5EF4-FFF2-40B4-BE49-F238E27FC236}">
                <a16:creationId xmlns:a16="http://schemas.microsoft.com/office/drawing/2014/main" id="{1E60AC4C-1DA0-4EA7-ADDA-B833DB5157A1}"/>
              </a:ext>
            </a:extLst>
          </p:cNvPr>
          <p:cNvSpPr>
            <a:spLocks xmlns:a="http://schemas.openxmlformats.org/drawingml/2006/main" noGrp="1"/>
          </p:cNvSpPr>
          <p:nvPr/>
        </p:nvSpPr>
        <p:spPr>
          <a:xfrm xmlns:a="http://schemas.openxmlformats.org/drawingml/2006/main">
            <a:off x="723900" y="6191250"/>
            <a:ext cx="10744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575" b="1">
                <a:solidFill>
                  <a:srgbClr val="173042"/>
                </a:solidFill>
                <a:latin typeface="Noto Sans KR"/>
                <a:ea typeface="Noto Sans KR"/>
                <a:cs typeface="Noto Sans KR"/>
              </a:defRPr>
            </a:pPr>
            <a:r>
              <a:rPr sz="1575" b="1">
                <a:solidFill>
                  <a:srgbClr val="173042"/>
                </a:solidFill>
                <a:latin typeface="Noto Sans KR"/>
                <a:ea typeface="Noto Sans KR"/>
                <a:cs typeface="Noto Sans KR"/>
              </a:rPr>
              <a:t>모델을 바로 학습시키기보다 평가 가능한 구조와 승인 데이터를 먼저 만듭니다.</a:t>
            </a:r>
          </a:p>
        </p:txBody>
      </p:sp>
    </p:spTree>
    <p:extLst>
      <p:ext uri="{BB962C8B-B14F-4D97-AF65-F5344CB8AC3E}">
        <p14:creationId xmlns:p14="http://schemas.microsoft.com/office/powerpoint/2010/main" val="1920501377"/>
      </p:ext>
    </p:extLst>
  </p:cSld>
</p:sld>
</file>

<file path=ppt/slides/slide5.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39" name="">
            <a:extLst xmlns:a="http://schemas.openxmlformats.org/drawingml/2006/main">
              <a:ext uri="{FF2B5EF4-FFF2-40B4-BE49-F238E27FC236}">
                <a16:creationId xmlns:a16="http://schemas.microsoft.com/office/drawing/2014/main" id="{B25CF231-EDE8-44F0-AE41-406E2574B941}"/>
              </a:ext>
            </a:extLst>
          </p:cNvPr>
          <p:cNvSpPr>
            <a:spLocks xmlns:a="http://schemas.openxmlformats.org/drawingml/2006/main" noGrp="1"/>
          </p:cNvSpPr>
          <p:nvPr/>
        </p:nvSpPr>
        <p:spPr>
          <a:xfrm xmlns:a="http://schemas.openxmlformats.org/drawingml/2006/main">
            <a:off x="609600" y="361950"/>
            <a:ext cx="9906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3150" b="1">
                <a:solidFill>
                  <a:srgbClr val="173042"/>
                </a:solidFill>
                <a:latin typeface="Noto Sans KR"/>
                <a:ea typeface="Noto Sans KR"/>
                <a:cs typeface="Noto Sans KR"/>
              </a:defRPr>
            </a:pPr>
            <a:r>
              <a:rPr sz="3150" b="1">
                <a:solidFill>
                  <a:srgbClr val="173042"/>
                </a:solidFill>
                <a:latin typeface="Noto Sans KR"/>
                <a:ea typeface="Noto Sans KR"/>
                <a:cs typeface="Noto Sans KR"/>
              </a:rPr>
              <a:t>필요 기술과 전체 과정</a:t>
            </a:r>
          </a:p>
        </p:txBody>
      </p:sp>
      <p:sp>
        <p:nvSpPr>
          <p:cNvPr id="2" name="">
            <a:extLst xmlns:a="http://schemas.openxmlformats.org/drawingml/2006/main">
              <a:ext uri="{FF2B5EF4-FFF2-40B4-BE49-F238E27FC236}">
                <a16:creationId xmlns:a16="http://schemas.microsoft.com/office/drawing/2014/main" id="{9A1FE348-8A73-4CDB-829B-3FDB062DE2F2}"/>
              </a:ext>
            </a:extLst>
          </p:cNvPr>
          <p:cNvSpPr>
            <a:spLocks xmlns:a="http://schemas.openxmlformats.org/drawingml/2006/main" noGrp="1"/>
          </p:cNvSpPr>
          <p:nvPr/>
        </p:nvSpPr>
        <p:spPr>
          <a:xfrm xmlns:a="http://schemas.openxmlformats.org/drawingml/2006/main">
            <a:off x="11049000" y="400050"/>
            <a:ext cx="5143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r">
              <a:defRPr sz="1500" b="1">
                <a:solidFill>
                  <a:srgbClr val="18788A"/>
                </a:solidFill>
                <a:latin typeface="Noto Sans KR"/>
                <a:ea typeface="Noto Sans KR"/>
                <a:cs typeface="Noto Sans KR"/>
              </a:defRPr>
            </a:pPr>
            <a:r>
              <a:rPr sz="1500" b="1">
                <a:solidFill>
                  <a:srgbClr val="18788A"/>
                </a:solidFill>
                <a:latin typeface="Noto Sans KR"/>
                <a:ea typeface="Noto Sans KR"/>
                <a:cs typeface="Noto Sans KR"/>
              </a:rPr>
              <a:t>05</a:t>
            </a:r>
          </a:p>
        </p:txBody>
      </p:sp>
      <p:sp>
        <p:nvSpPr>
          <p:cNvPr id="3" name="">
            <a:extLst xmlns:a="http://schemas.openxmlformats.org/drawingml/2006/main">
              <a:ext uri="{FF2B5EF4-FFF2-40B4-BE49-F238E27FC236}">
                <a16:creationId xmlns:a16="http://schemas.microsoft.com/office/drawing/2014/main" id="{4DE9481C-6A10-4267-BA5A-ABDBADCD3395}"/>
              </a:ext>
            </a:extLst>
          </p:cNvPr>
          <p:cNvSpPr>
            <a:spLocks xmlns:a="http://schemas.openxmlformats.org/drawingml/2006/main" noGrp="1"/>
          </p:cNvSpPr>
          <p:nvPr/>
        </p:nvSpPr>
        <p:spPr>
          <a:xfrm xmlns:a="http://schemas.openxmlformats.org/drawingml/2006/main">
            <a:off x="609600" y="1028700"/>
            <a:ext cx="10972800" cy="19050"/>
          </a:xfrm>
          <a:prstGeom xmlns:a="http://schemas.openxmlformats.org/drawingml/2006/main" prst="rect">
            <a:avLst/>
          </a:prstGeom>
          <a:solidFill xmlns:a="http://schemas.openxmlformats.org/drawingml/2006/main">
            <a:srgbClr val="CBD4D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9D21C540-D93E-4174-AF0A-27073E75CC04}"/>
              </a:ext>
            </a:extLst>
          </p:cNvPr>
          <p:cNvSpPr>
            <a:spLocks xmlns:a="http://schemas.openxmlformats.org/drawingml/2006/main" noGrp="1"/>
          </p:cNvSpPr>
          <p:nvPr/>
        </p:nvSpPr>
        <p:spPr>
          <a:xfrm xmlns:a="http://schemas.openxmlformats.org/drawingml/2006/main">
            <a:off x="514350" y="1428750"/>
            <a:ext cx="6096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875" b="1">
                <a:solidFill>
                  <a:srgbClr val="18788A"/>
                </a:solidFill>
                <a:latin typeface="Noto Sans KR"/>
                <a:ea typeface="Noto Sans KR"/>
                <a:cs typeface="Noto Sans KR"/>
              </a:defRPr>
            </a:pPr>
            <a:r>
              <a:rPr sz="1875" b="1">
                <a:solidFill>
                  <a:srgbClr val="18788A"/>
                </a:solidFill>
                <a:latin typeface="Noto Sans KR"/>
                <a:ea typeface="Noto Sans KR"/>
                <a:cs typeface="Noto Sans KR"/>
              </a:rPr>
              <a:t>01</a:t>
            </a:r>
          </a:p>
        </p:txBody>
      </p:sp>
      <p:sp>
        <p:nvSpPr>
          <p:cNvPr id="5" name="">
            <a:extLst xmlns:a="http://schemas.openxmlformats.org/drawingml/2006/main">
              <a:ext uri="{FF2B5EF4-FFF2-40B4-BE49-F238E27FC236}">
                <a16:creationId xmlns:a16="http://schemas.microsoft.com/office/drawing/2014/main" id="{5A6B0430-AAFF-4C31-BC2E-39334A1EDBE5}"/>
              </a:ext>
            </a:extLst>
          </p:cNvPr>
          <p:cNvSpPr>
            <a:spLocks xmlns:a="http://schemas.openxmlformats.org/drawingml/2006/main" noGrp="1"/>
          </p:cNvSpPr>
          <p:nvPr/>
        </p:nvSpPr>
        <p:spPr>
          <a:xfrm xmlns:a="http://schemas.openxmlformats.org/drawingml/2006/main">
            <a:off x="514350" y="1866900"/>
            <a:ext cx="2000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875" b="1">
                <a:solidFill>
                  <a:srgbClr val="173042"/>
                </a:solidFill>
                <a:latin typeface="Noto Sans KR"/>
                <a:ea typeface="Noto Sans KR"/>
                <a:cs typeface="Noto Sans KR"/>
              </a:defRPr>
            </a:pPr>
            <a:r>
              <a:rPr sz="1875" b="1">
                <a:solidFill>
                  <a:srgbClr val="173042"/>
                </a:solidFill>
                <a:latin typeface="Noto Sans KR"/>
                <a:ea typeface="Noto Sans KR"/>
                <a:cs typeface="Noto Sans KR"/>
              </a:rPr>
              <a:t>상태 수집</a:t>
            </a:r>
          </a:p>
        </p:txBody>
      </p:sp>
      <p:sp>
        <p:nvSpPr>
          <p:cNvPr id="6" name="">
            <a:extLst xmlns:a="http://schemas.openxmlformats.org/drawingml/2006/main">
              <a:ext uri="{FF2B5EF4-FFF2-40B4-BE49-F238E27FC236}">
                <a16:creationId xmlns:a16="http://schemas.microsoft.com/office/drawing/2014/main" id="{43932713-4FDC-40D6-8A02-B377E32D76F6}"/>
              </a:ext>
            </a:extLst>
          </p:cNvPr>
          <p:cNvSpPr>
            <a:spLocks xmlns:a="http://schemas.openxmlformats.org/drawingml/2006/main" noGrp="1"/>
          </p:cNvSpPr>
          <p:nvPr/>
        </p:nvSpPr>
        <p:spPr>
          <a:xfrm xmlns:a="http://schemas.openxmlformats.org/drawingml/2006/main">
            <a:off x="514350" y="2324100"/>
            <a:ext cx="2038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350" b="1">
                <a:solidFill>
                  <a:srgbClr val="18788A"/>
                </a:solidFill>
                <a:latin typeface="Noto Sans KR"/>
                <a:ea typeface="Noto Sans KR"/>
                <a:cs typeface="Noto Sans KR"/>
              </a:defRPr>
            </a:pPr>
            <a:r>
              <a:rPr sz="1350" b="1">
                <a:solidFill>
                  <a:srgbClr val="18788A"/>
                </a:solidFill>
                <a:latin typeface="Noto Sans KR"/>
                <a:ea typeface="Noto Sans KR"/>
                <a:cs typeface="Noto Sans KR"/>
              </a:rPr>
              <a:t>Excel·SaveData</a:t>
            </a:r>
          </a:p>
        </p:txBody>
      </p:sp>
      <p:sp>
        <p:nvSpPr>
          <p:cNvPr id="7" name="">
            <a:extLst xmlns:a="http://schemas.openxmlformats.org/drawingml/2006/main">
              <a:ext uri="{FF2B5EF4-FFF2-40B4-BE49-F238E27FC236}">
                <a16:creationId xmlns:a16="http://schemas.microsoft.com/office/drawing/2014/main" id="{0B8E2F13-D2B2-44A8-988F-F5583ECC91CD}"/>
              </a:ext>
            </a:extLst>
          </p:cNvPr>
          <p:cNvSpPr>
            <a:spLocks xmlns:a="http://schemas.openxmlformats.org/drawingml/2006/main" noGrp="1"/>
          </p:cNvSpPr>
          <p:nvPr/>
        </p:nvSpPr>
        <p:spPr>
          <a:xfrm xmlns:a="http://schemas.openxmlformats.org/drawingml/2006/main">
            <a:off x="514350" y="2724150"/>
            <a:ext cx="20383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275" b="0">
                <a:solidFill>
                  <a:srgbClr val="5E6B75"/>
                </a:solidFill>
                <a:latin typeface="Noto Sans KR"/>
                <a:ea typeface="Noto Sans KR"/>
                <a:cs typeface="Noto Sans KR"/>
              </a:defRPr>
            </a:pPr>
            <a:r>
              <a:rPr sz="1275" b="0">
                <a:solidFill>
                  <a:srgbClr val="5E6B75"/>
                </a:solidFill>
                <a:latin typeface="Noto Sans KR"/>
                <a:ea typeface="Noto Sans KR"/>
                <a:cs typeface="Noto Sans KR"/>
              </a:rPr>
              <a:t>선택·관계·현재 루트</a:t>
            </a:r>
          </a:p>
        </p:txBody>
      </p:sp>
      <p:sp>
        <p:nvSpPr>
          <p:cNvPr id="8" name="">
            <a:extLst xmlns:a="http://schemas.openxmlformats.org/drawingml/2006/main">
              <a:ext uri="{FF2B5EF4-FFF2-40B4-BE49-F238E27FC236}">
                <a16:creationId xmlns:a16="http://schemas.microsoft.com/office/drawing/2014/main" id="{957562F7-1B19-4B4A-A392-B38251C8FECF}"/>
              </a:ext>
            </a:extLst>
          </p:cNvPr>
          <p:cNvSpPr>
            <a:spLocks xmlns:a="http://schemas.openxmlformats.org/drawingml/2006/main" noGrp="1"/>
          </p:cNvSpPr>
          <p:nvPr/>
        </p:nvSpPr>
        <p:spPr>
          <a:xfrm xmlns:a="http://schemas.openxmlformats.org/drawingml/2006/main">
            <a:off x="2609850" y="1962150"/>
            <a:ext cx="19050" cy="1009650"/>
          </a:xfrm>
          <a:prstGeom xmlns:a="http://schemas.openxmlformats.org/drawingml/2006/main" prst="rect">
            <a:avLst/>
          </a:prstGeom>
          <a:solidFill xmlns:a="http://schemas.openxmlformats.org/drawingml/2006/main">
            <a:srgbClr val="CBD4D8"/>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88598A4B-3FF5-4E86-82E7-50AB0AD737B2}"/>
              </a:ext>
            </a:extLst>
          </p:cNvPr>
          <p:cNvSpPr>
            <a:spLocks xmlns:a="http://schemas.openxmlformats.org/drawingml/2006/main" noGrp="1"/>
          </p:cNvSpPr>
          <p:nvPr/>
        </p:nvSpPr>
        <p:spPr>
          <a:xfrm xmlns:a="http://schemas.openxmlformats.org/drawingml/2006/main">
            <a:off x="2838450" y="1428750"/>
            <a:ext cx="6096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875" b="1">
                <a:solidFill>
                  <a:srgbClr val="18788A"/>
                </a:solidFill>
                <a:latin typeface="Noto Sans KR"/>
                <a:ea typeface="Noto Sans KR"/>
                <a:cs typeface="Noto Sans KR"/>
              </a:defRPr>
            </a:pPr>
            <a:r>
              <a:rPr sz="1875" b="1">
                <a:solidFill>
                  <a:srgbClr val="18788A"/>
                </a:solidFill>
                <a:latin typeface="Noto Sans KR"/>
                <a:ea typeface="Noto Sans KR"/>
                <a:cs typeface="Noto Sans KR"/>
              </a:rPr>
              <a:t>02</a:t>
            </a:r>
          </a:p>
        </p:txBody>
      </p:sp>
      <p:sp>
        <p:nvSpPr>
          <p:cNvPr id="10" name="">
            <a:extLst xmlns:a="http://schemas.openxmlformats.org/drawingml/2006/main">
              <a:ext uri="{FF2B5EF4-FFF2-40B4-BE49-F238E27FC236}">
                <a16:creationId xmlns:a16="http://schemas.microsoft.com/office/drawing/2014/main" id="{EC2ECAC4-0F53-498D-9D7E-1D884BFA7351}"/>
              </a:ext>
            </a:extLst>
          </p:cNvPr>
          <p:cNvSpPr>
            <a:spLocks xmlns:a="http://schemas.openxmlformats.org/drawingml/2006/main" noGrp="1"/>
          </p:cNvSpPr>
          <p:nvPr/>
        </p:nvSpPr>
        <p:spPr>
          <a:xfrm xmlns:a="http://schemas.openxmlformats.org/drawingml/2006/main">
            <a:off x="2838450" y="1866900"/>
            <a:ext cx="2000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875" b="1">
                <a:solidFill>
                  <a:srgbClr val="173042"/>
                </a:solidFill>
                <a:latin typeface="Noto Sans KR"/>
                <a:ea typeface="Noto Sans KR"/>
                <a:cs typeface="Noto Sans KR"/>
              </a:defRPr>
            </a:pPr>
            <a:r>
              <a:rPr sz="1875" b="1">
                <a:solidFill>
                  <a:srgbClr val="173042"/>
                </a:solidFill>
                <a:latin typeface="Noto Sans KR"/>
                <a:ea typeface="Noto Sans KR"/>
                <a:cs typeface="Noto Sans KR"/>
              </a:rPr>
              <a:t>입력 검증</a:t>
            </a:r>
          </a:p>
        </p:txBody>
      </p:sp>
      <p:sp>
        <p:nvSpPr>
          <p:cNvPr id="11" name="">
            <a:extLst xmlns:a="http://schemas.openxmlformats.org/drawingml/2006/main">
              <a:ext uri="{FF2B5EF4-FFF2-40B4-BE49-F238E27FC236}">
                <a16:creationId xmlns:a16="http://schemas.microsoft.com/office/drawing/2014/main" id="{23704360-7797-42AB-AF58-C2E08C79A4F7}"/>
              </a:ext>
            </a:extLst>
          </p:cNvPr>
          <p:cNvSpPr>
            <a:spLocks xmlns:a="http://schemas.openxmlformats.org/drawingml/2006/main" noGrp="1"/>
          </p:cNvSpPr>
          <p:nvPr/>
        </p:nvSpPr>
        <p:spPr>
          <a:xfrm xmlns:a="http://schemas.openxmlformats.org/drawingml/2006/main">
            <a:off x="2838450" y="2324100"/>
            <a:ext cx="2038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350" b="1">
                <a:solidFill>
                  <a:srgbClr val="18788A"/>
                </a:solidFill>
                <a:latin typeface="Noto Sans KR"/>
                <a:ea typeface="Noto Sans KR"/>
                <a:cs typeface="Noto Sans KR"/>
              </a:defRPr>
            </a:pPr>
            <a:r>
              <a:rPr sz="1350" b="1">
                <a:solidFill>
                  <a:srgbClr val="18788A"/>
                </a:solidFill>
                <a:latin typeface="Noto Sans KR"/>
                <a:ea typeface="Noto Sans KR"/>
                <a:cs typeface="Noto Sans KR"/>
              </a:rPr>
              <a:t>Pydantic(입력 검증)</a:t>
            </a:r>
          </a:p>
        </p:txBody>
      </p:sp>
      <p:sp>
        <p:nvSpPr>
          <p:cNvPr id="12" name="">
            <a:extLst xmlns:a="http://schemas.openxmlformats.org/drawingml/2006/main">
              <a:ext uri="{FF2B5EF4-FFF2-40B4-BE49-F238E27FC236}">
                <a16:creationId xmlns:a16="http://schemas.microsoft.com/office/drawing/2014/main" id="{EB629B93-06CA-49FA-9F19-9AB5220E2A13}"/>
              </a:ext>
            </a:extLst>
          </p:cNvPr>
          <p:cNvSpPr>
            <a:spLocks xmlns:a="http://schemas.openxmlformats.org/drawingml/2006/main" noGrp="1"/>
          </p:cNvSpPr>
          <p:nvPr/>
        </p:nvSpPr>
        <p:spPr>
          <a:xfrm xmlns:a="http://schemas.openxmlformats.org/drawingml/2006/main">
            <a:off x="2838450" y="2724150"/>
            <a:ext cx="20383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275" b="0">
                <a:solidFill>
                  <a:srgbClr val="5E6B75"/>
                </a:solidFill>
                <a:latin typeface="Noto Sans KR"/>
                <a:ea typeface="Noto Sans KR"/>
                <a:cs typeface="Noto Sans KR"/>
              </a:defRPr>
            </a:pPr>
            <a:r>
              <a:rPr sz="1275" b="0">
                <a:solidFill>
                  <a:srgbClr val="5E6B75"/>
                </a:solidFill>
                <a:latin typeface="Noto Sans KR"/>
                <a:ea typeface="Noto Sans KR"/>
                <a:cs typeface="Noto Sans KR"/>
              </a:rPr>
              <a:t>필수 필드와 변경 금지 목록</a:t>
            </a:r>
          </a:p>
        </p:txBody>
      </p:sp>
      <p:sp>
        <p:nvSpPr>
          <p:cNvPr id="13" name="">
            <a:extLst xmlns:a="http://schemas.openxmlformats.org/drawingml/2006/main">
              <a:ext uri="{FF2B5EF4-FFF2-40B4-BE49-F238E27FC236}">
                <a16:creationId xmlns:a16="http://schemas.microsoft.com/office/drawing/2014/main" id="{738997B3-0D84-47CF-AA4B-5C40DFE497AE}"/>
              </a:ext>
            </a:extLst>
          </p:cNvPr>
          <p:cNvSpPr>
            <a:spLocks xmlns:a="http://schemas.openxmlformats.org/drawingml/2006/main" noGrp="1"/>
          </p:cNvSpPr>
          <p:nvPr/>
        </p:nvSpPr>
        <p:spPr>
          <a:xfrm xmlns:a="http://schemas.openxmlformats.org/drawingml/2006/main">
            <a:off x="4933950" y="1962150"/>
            <a:ext cx="19050" cy="1009650"/>
          </a:xfrm>
          <a:prstGeom xmlns:a="http://schemas.openxmlformats.org/drawingml/2006/main" prst="rect">
            <a:avLst/>
          </a:prstGeom>
          <a:solidFill xmlns:a="http://schemas.openxmlformats.org/drawingml/2006/main">
            <a:srgbClr val="CBD4D8"/>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CFB59AB5-5835-4883-A1EF-2EF06DD7986E}"/>
              </a:ext>
            </a:extLst>
          </p:cNvPr>
          <p:cNvSpPr>
            <a:spLocks xmlns:a="http://schemas.openxmlformats.org/drawingml/2006/main" noGrp="1"/>
          </p:cNvSpPr>
          <p:nvPr/>
        </p:nvSpPr>
        <p:spPr>
          <a:xfrm xmlns:a="http://schemas.openxmlformats.org/drawingml/2006/main">
            <a:off x="5162550" y="1428750"/>
            <a:ext cx="6096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875" b="1">
                <a:solidFill>
                  <a:srgbClr val="18788A"/>
                </a:solidFill>
                <a:latin typeface="Noto Sans KR"/>
                <a:ea typeface="Noto Sans KR"/>
                <a:cs typeface="Noto Sans KR"/>
              </a:defRPr>
            </a:pPr>
            <a:r>
              <a:rPr sz="1875" b="1">
                <a:solidFill>
                  <a:srgbClr val="18788A"/>
                </a:solidFill>
                <a:latin typeface="Noto Sans KR"/>
                <a:ea typeface="Noto Sans KR"/>
                <a:cs typeface="Noto Sans KR"/>
              </a:rPr>
              <a:t>03</a:t>
            </a:r>
          </a:p>
        </p:txBody>
      </p:sp>
      <p:sp>
        <p:nvSpPr>
          <p:cNvPr id="15" name="">
            <a:extLst xmlns:a="http://schemas.openxmlformats.org/drawingml/2006/main">
              <a:ext uri="{FF2B5EF4-FFF2-40B4-BE49-F238E27FC236}">
                <a16:creationId xmlns:a16="http://schemas.microsoft.com/office/drawing/2014/main" id="{859DAE92-49E0-41AC-A3B7-805836DEE50F}"/>
              </a:ext>
            </a:extLst>
          </p:cNvPr>
          <p:cNvSpPr>
            <a:spLocks xmlns:a="http://schemas.openxmlformats.org/drawingml/2006/main" noGrp="1"/>
          </p:cNvSpPr>
          <p:nvPr/>
        </p:nvSpPr>
        <p:spPr>
          <a:xfrm xmlns:a="http://schemas.openxmlformats.org/drawingml/2006/main">
            <a:off x="5162550" y="1866900"/>
            <a:ext cx="2000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875" b="1">
                <a:solidFill>
                  <a:srgbClr val="173042"/>
                </a:solidFill>
                <a:latin typeface="Noto Sans KR"/>
                <a:ea typeface="Noto Sans KR"/>
                <a:cs typeface="Noto Sans KR"/>
              </a:defRPr>
            </a:pPr>
            <a:r>
              <a:rPr sz="1875" b="1">
                <a:solidFill>
                  <a:srgbClr val="173042"/>
                </a:solidFill>
                <a:latin typeface="Noto Sans KR"/>
                <a:ea typeface="Noto Sans KR"/>
                <a:cs typeface="Noto Sans KR"/>
              </a:rPr>
              <a:t>후보 생성</a:t>
            </a:r>
          </a:p>
        </p:txBody>
      </p:sp>
      <p:sp>
        <p:nvSpPr>
          <p:cNvPr id="16" name="">
            <a:extLst xmlns:a="http://schemas.openxmlformats.org/drawingml/2006/main">
              <a:ext uri="{FF2B5EF4-FFF2-40B4-BE49-F238E27FC236}">
                <a16:creationId xmlns:a16="http://schemas.microsoft.com/office/drawing/2014/main" id="{30DEB1AB-D6B9-4B56-89AF-C5359E3BD46A}"/>
              </a:ext>
            </a:extLst>
          </p:cNvPr>
          <p:cNvSpPr>
            <a:spLocks xmlns:a="http://schemas.openxmlformats.org/drawingml/2006/main" noGrp="1"/>
          </p:cNvSpPr>
          <p:nvPr/>
        </p:nvSpPr>
        <p:spPr>
          <a:xfrm xmlns:a="http://schemas.openxmlformats.org/drawingml/2006/main">
            <a:off x="5162550" y="2324100"/>
            <a:ext cx="2038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350" b="1">
                <a:solidFill>
                  <a:srgbClr val="18788A"/>
                </a:solidFill>
                <a:latin typeface="Noto Sans KR"/>
                <a:ea typeface="Noto Sans KR"/>
                <a:cs typeface="Noto Sans KR"/>
              </a:defRPr>
            </a:pPr>
            <a:r>
              <a:rPr sz="1350" b="1">
                <a:solidFill>
                  <a:srgbClr val="18788A"/>
                </a:solidFill>
                <a:latin typeface="Noto Sans KR"/>
                <a:ea typeface="Noto Sans KR"/>
                <a:cs typeface="Noto Sans KR"/>
              </a:rPr>
              <a:t>Kanana 1.3B·3B</a:t>
            </a:r>
          </a:p>
        </p:txBody>
      </p:sp>
      <p:sp>
        <p:nvSpPr>
          <p:cNvPr id="17" name="">
            <a:extLst xmlns:a="http://schemas.openxmlformats.org/drawingml/2006/main">
              <a:ext uri="{FF2B5EF4-FFF2-40B4-BE49-F238E27FC236}">
                <a16:creationId xmlns:a16="http://schemas.microsoft.com/office/drawing/2014/main" id="{8C1C76AC-2F26-47E3-BB8F-87CFC0D891D6}"/>
              </a:ext>
            </a:extLst>
          </p:cNvPr>
          <p:cNvSpPr>
            <a:spLocks xmlns:a="http://schemas.openxmlformats.org/drawingml/2006/main" noGrp="1"/>
          </p:cNvSpPr>
          <p:nvPr/>
        </p:nvSpPr>
        <p:spPr>
          <a:xfrm xmlns:a="http://schemas.openxmlformats.org/drawingml/2006/main">
            <a:off x="5162550" y="2724150"/>
            <a:ext cx="20383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275" b="0">
                <a:solidFill>
                  <a:srgbClr val="5E6B75"/>
                </a:solidFill>
                <a:latin typeface="Noto Sans KR"/>
                <a:ea typeface="Noto Sans KR"/>
                <a:cs typeface="Noto Sans KR"/>
              </a:defRPr>
            </a:pPr>
            <a:r>
              <a:rPr sz="1275" b="0">
                <a:solidFill>
                  <a:srgbClr val="5E6B75"/>
                </a:solidFill>
                <a:latin typeface="Noto Sans KR"/>
                <a:ea typeface="Noto Sans KR"/>
                <a:cs typeface="Noto Sans KR"/>
              </a:rPr>
              <a:t>문맥을 포함해 3개 생성</a:t>
            </a:r>
          </a:p>
        </p:txBody>
      </p:sp>
      <p:sp>
        <p:nvSpPr>
          <p:cNvPr id="18" name="">
            <a:extLst xmlns:a="http://schemas.openxmlformats.org/drawingml/2006/main">
              <a:ext uri="{FF2B5EF4-FFF2-40B4-BE49-F238E27FC236}">
                <a16:creationId xmlns:a16="http://schemas.microsoft.com/office/drawing/2014/main" id="{6072FA59-CF75-4F39-A83A-4FDB62CA09B3}"/>
              </a:ext>
            </a:extLst>
          </p:cNvPr>
          <p:cNvSpPr>
            <a:spLocks xmlns:a="http://schemas.openxmlformats.org/drawingml/2006/main" noGrp="1"/>
          </p:cNvSpPr>
          <p:nvPr/>
        </p:nvSpPr>
        <p:spPr>
          <a:xfrm xmlns:a="http://schemas.openxmlformats.org/drawingml/2006/main">
            <a:off x="7258050" y="1962150"/>
            <a:ext cx="19050" cy="1009650"/>
          </a:xfrm>
          <a:prstGeom xmlns:a="http://schemas.openxmlformats.org/drawingml/2006/main" prst="rect">
            <a:avLst/>
          </a:prstGeom>
          <a:solidFill xmlns:a="http://schemas.openxmlformats.org/drawingml/2006/main">
            <a:srgbClr val="CBD4D8"/>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A3F16AB2-FB3C-446C-82E1-E5814CE46553}"/>
              </a:ext>
            </a:extLst>
          </p:cNvPr>
          <p:cNvSpPr>
            <a:spLocks xmlns:a="http://schemas.openxmlformats.org/drawingml/2006/main" noGrp="1"/>
          </p:cNvSpPr>
          <p:nvPr/>
        </p:nvSpPr>
        <p:spPr>
          <a:xfrm xmlns:a="http://schemas.openxmlformats.org/drawingml/2006/main">
            <a:off x="7486650" y="1428750"/>
            <a:ext cx="6096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875" b="1">
                <a:solidFill>
                  <a:srgbClr val="18788A"/>
                </a:solidFill>
                <a:latin typeface="Noto Sans KR"/>
                <a:ea typeface="Noto Sans KR"/>
                <a:cs typeface="Noto Sans KR"/>
              </a:defRPr>
            </a:pPr>
            <a:r>
              <a:rPr sz="1875" b="1">
                <a:solidFill>
                  <a:srgbClr val="18788A"/>
                </a:solidFill>
                <a:latin typeface="Noto Sans KR"/>
                <a:ea typeface="Noto Sans KR"/>
                <a:cs typeface="Noto Sans KR"/>
              </a:rPr>
              <a:t>04</a:t>
            </a:r>
          </a:p>
        </p:txBody>
      </p:sp>
      <p:sp>
        <p:nvSpPr>
          <p:cNvPr id="20" name="">
            <a:extLst xmlns:a="http://schemas.openxmlformats.org/drawingml/2006/main">
              <a:ext uri="{FF2B5EF4-FFF2-40B4-BE49-F238E27FC236}">
                <a16:creationId xmlns:a16="http://schemas.microsoft.com/office/drawing/2014/main" id="{FE26E279-7107-4347-A958-01497BB07CF3}"/>
              </a:ext>
            </a:extLst>
          </p:cNvPr>
          <p:cNvSpPr>
            <a:spLocks xmlns:a="http://schemas.openxmlformats.org/drawingml/2006/main" noGrp="1"/>
          </p:cNvSpPr>
          <p:nvPr/>
        </p:nvSpPr>
        <p:spPr>
          <a:xfrm xmlns:a="http://schemas.openxmlformats.org/drawingml/2006/main">
            <a:off x="7486650" y="1866900"/>
            <a:ext cx="2000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875" b="1">
                <a:solidFill>
                  <a:srgbClr val="173042"/>
                </a:solidFill>
                <a:latin typeface="Noto Sans KR"/>
                <a:ea typeface="Noto Sans KR"/>
                <a:cs typeface="Noto Sans KR"/>
              </a:defRPr>
            </a:pPr>
            <a:r>
              <a:rPr sz="1875" b="1">
                <a:solidFill>
                  <a:srgbClr val="173042"/>
                </a:solidFill>
                <a:latin typeface="Noto Sans KR"/>
                <a:ea typeface="Noto Sans KR"/>
                <a:cs typeface="Noto Sans KR"/>
              </a:rPr>
              <a:t>품질 판정</a:t>
            </a:r>
          </a:p>
        </p:txBody>
      </p:sp>
      <p:sp>
        <p:nvSpPr>
          <p:cNvPr id="21" name="">
            <a:extLst xmlns:a="http://schemas.openxmlformats.org/drawingml/2006/main">
              <a:ext uri="{FF2B5EF4-FFF2-40B4-BE49-F238E27FC236}">
                <a16:creationId xmlns:a16="http://schemas.microsoft.com/office/drawing/2014/main" id="{1475741E-697C-4FD7-9423-9FAD38966D43}"/>
              </a:ext>
            </a:extLst>
          </p:cNvPr>
          <p:cNvSpPr>
            <a:spLocks xmlns:a="http://schemas.openxmlformats.org/drawingml/2006/main" noGrp="1"/>
          </p:cNvSpPr>
          <p:nvPr/>
        </p:nvSpPr>
        <p:spPr>
          <a:xfrm xmlns:a="http://schemas.openxmlformats.org/drawingml/2006/main">
            <a:off x="7486650" y="2324100"/>
            <a:ext cx="2038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350" b="1">
                <a:solidFill>
                  <a:srgbClr val="18788A"/>
                </a:solidFill>
                <a:latin typeface="Noto Sans KR"/>
                <a:ea typeface="Noto Sans KR"/>
                <a:cs typeface="Noto Sans KR"/>
              </a:defRPr>
            </a:pPr>
            <a:r>
              <a:rPr sz="1350" b="1">
                <a:solidFill>
                  <a:srgbClr val="18788A"/>
                </a:solidFill>
                <a:latin typeface="Noto Sans KR"/>
                <a:ea typeface="Noto Sans KR"/>
                <a:cs typeface="Noto Sans KR"/>
              </a:rPr>
              <a:t>규칙·의미·루트</a:t>
            </a:r>
          </a:p>
        </p:txBody>
      </p:sp>
      <p:sp>
        <p:nvSpPr>
          <p:cNvPr id="22" name="">
            <a:extLst xmlns:a="http://schemas.openxmlformats.org/drawingml/2006/main">
              <a:ext uri="{FF2B5EF4-FFF2-40B4-BE49-F238E27FC236}">
                <a16:creationId xmlns:a16="http://schemas.microsoft.com/office/drawing/2014/main" id="{8812984B-5FA2-4E6E-861C-132C06D94A6D}"/>
              </a:ext>
            </a:extLst>
          </p:cNvPr>
          <p:cNvSpPr>
            <a:spLocks xmlns:a="http://schemas.openxmlformats.org/drawingml/2006/main" noGrp="1"/>
          </p:cNvSpPr>
          <p:nvPr/>
        </p:nvSpPr>
        <p:spPr>
          <a:xfrm xmlns:a="http://schemas.openxmlformats.org/drawingml/2006/main">
            <a:off x="7486650" y="2724150"/>
            <a:ext cx="20383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275" b="0">
                <a:solidFill>
                  <a:srgbClr val="5E6B75"/>
                </a:solidFill>
                <a:latin typeface="Noto Sans KR"/>
                <a:ea typeface="Noto Sans KR"/>
                <a:cs typeface="Noto Sans KR"/>
              </a:defRPr>
            </a:pPr>
            <a:r>
              <a:rPr sz="1275" b="0">
                <a:solidFill>
                  <a:srgbClr val="5E6B75"/>
                </a:solidFill>
                <a:latin typeface="Noto Sans KR"/>
                <a:ea typeface="Noto Sans KR"/>
                <a:cs typeface="Noto Sans KR"/>
              </a:rPr>
              <a:t>통과 결과 선택·원문 복구</a:t>
            </a:r>
          </a:p>
        </p:txBody>
      </p:sp>
      <p:sp>
        <p:nvSpPr>
          <p:cNvPr id="23" name="">
            <a:extLst xmlns:a="http://schemas.openxmlformats.org/drawingml/2006/main">
              <a:ext uri="{FF2B5EF4-FFF2-40B4-BE49-F238E27FC236}">
                <a16:creationId xmlns:a16="http://schemas.microsoft.com/office/drawing/2014/main" id="{73B64613-4F0F-4BA8-81FF-FA9C38EB21E9}"/>
              </a:ext>
            </a:extLst>
          </p:cNvPr>
          <p:cNvSpPr>
            <a:spLocks xmlns:a="http://schemas.openxmlformats.org/drawingml/2006/main" noGrp="1"/>
          </p:cNvSpPr>
          <p:nvPr/>
        </p:nvSpPr>
        <p:spPr>
          <a:xfrm xmlns:a="http://schemas.openxmlformats.org/drawingml/2006/main">
            <a:off x="9582150" y="1962150"/>
            <a:ext cx="19050" cy="1009650"/>
          </a:xfrm>
          <a:prstGeom xmlns:a="http://schemas.openxmlformats.org/drawingml/2006/main" prst="rect">
            <a:avLst/>
          </a:prstGeom>
          <a:solidFill xmlns:a="http://schemas.openxmlformats.org/drawingml/2006/main">
            <a:srgbClr val="CBD4D8"/>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19078AF6-B154-4831-BCB0-78B2F1E3D872}"/>
              </a:ext>
            </a:extLst>
          </p:cNvPr>
          <p:cNvSpPr>
            <a:spLocks xmlns:a="http://schemas.openxmlformats.org/drawingml/2006/main" noGrp="1"/>
          </p:cNvSpPr>
          <p:nvPr/>
        </p:nvSpPr>
        <p:spPr>
          <a:xfrm xmlns:a="http://schemas.openxmlformats.org/drawingml/2006/main">
            <a:off x="9810750" y="1428750"/>
            <a:ext cx="6096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875" b="1">
                <a:solidFill>
                  <a:srgbClr val="D9854F"/>
                </a:solidFill>
                <a:latin typeface="Noto Sans KR"/>
                <a:ea typeface="Noto Sans KR"/>
                <a:cs typeface="Noto Sans KR"/>
              </a:defRPr>
            </a:pPr>
            <a:r>
              <a:rPr sz="1875" b="1">
                <a:solidFill>
                  <a:srgbClr val="D9854F"/>
                </a:solidFill>
                <a:latin typeface="Noto Sans KR"/>
                <a:ea typeface="Noto Sans KR"/>
                <a:cs typeface="Noto Sans KR"/>
              </a:rPr>
              <a:t>05</a:t>
            </a:r>
          </a:p>
        </p:txBody>
      </p:sp>
      <p:sp>
        <p:nvSpPr>
          <p:cNvPr id="25" name="">
            <a:extLst xmlns:a="http://schemas.openxmlformats.org/drawingml/2006/main">
              <a:ext uri="{FF2B5EF4-FFF2-40B4-BE49-F238E27FC236}">
                <a16:creationId xmlns:a16="http://schemas.microsoft.com/office/drawing/2014/main" id="{9F958B73-4BC9-4916-BC0A-01A42F745445}"/>
              </a:ext>
            </a:extLst>
          </p:cNvPr>
          <p:cNvSpPr>
            <a:spLocks xmlns:a="http://schemas.openxmlformats.org/drawingml/2006/main" noGrp="1"/>
          </p:cNvSpPr>
          <p:nvPr/>
        </p:nvSpPr>
        <p:spPr>
          <a:xfrm xmlns:a="http://schemas.openxmlformats.org/drawingml/2006/main">
            <a:off x="9810750" y="1866900"/>
            <a:ext cx="2000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875" b="1">
                <a:solidFill>
                  <a:srgbClr val="173042"/>
                </a:solidFill>
                <a:latin typeface="Noto Sans KR"/>
                <a:ea typeface="Noto Sans KR"/>
                <a:cs typeface="Noto Sans KR"/>
              </a:defRPr>
            </a:pPr>
            <a:r>
              <a:rPr sz="1875" b="1">
                <a:solidFill>
                  <a:srgbClr val="173042"/>
                </a:solidFill>
                <a:latin typeface="Noto Sans KR"/>
                <a:ea typeface="Noto Sans KR"/>
                <a:cs typeface="Noto Sans KR"/>
              </a:rPr>
              <a:t>게임 반영</a:t>
            </a:r>
          </a:p>
        </p:txBody>
      </p:sp>
      <p:sp>
        <p:nvSpPr>
          <p:cNvPr id="26" name="">
            <a:extLst xmlns:a="http://schemas.openxmlformats.org/drawingml/2006/main">
              <a:ext uri="{FF2B5EF4-FFF2-40B4-BE49-F238E27FC236}">
                <a16:creationId xmlns:a16="http://schemas.microsoft.com/office/drawing/2014/main" id="{AC7F2CCD-C576-49C9-ACDE-2AFD3F6666FE}"/>
              </a:ext>
            </a:extLst>
          </p:cNvPr>
          <p:cNvSpPr>
            <a:spLocks xmlns:a="http://schemas.openxmlformats.org/drawingml/2006/main" noGrp="1"/>
          </p:cNvSpPr>
          <p:nvPr/>
        </p:nvSpPr>
        <p:spPr>
          <a:xfrm xmlns:a="http://schemas.openxmlformats.org/drawingml/2006/main">
            <a:off x="9810750" y="2324100"/>
            <a:ext cx="2038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350" b="1">
                <a:solidFill>
                  <a:srgbClr val="18788A"/>
                </a:solidFill>
                <a:latin typeface="Noto Sans KR"/>
                <a:ea typeface="Noto Sans KR"/>
                <a:cs typeface="Noto Sans KR"/>
              </a:defRPr>
            </a:pPr>
            <a:r>
              <a:rPr sz="1350" b="1">
                <a:solidFill>
                  <a:srgbClr val="18788A"/>
                </a:solidFill>
                <a:latin typeface="Noto Sans KR"/>
                <a:ea typeface="Noto Sans KR"/>
                <a:cs typeface="Noto Sans KR"/>
              </a:rPr>
              <a:t>Unity·C#</a:t>
            </a:r>
          </a:p>
        </p:txBody>
      </p:sp>
      <p:sp>
        <p:nvSpPr>
          <p:cNvPr id="27" name="">
            <a:extLst xmlns:a="http://schemas.openxmlformats.org/drawingml/2006/main">
              <a:ext uri="{FF2B5EF4-FFF2-40B4-BE49-F238E27FC236}">
                <a16:creationId xmlns:a16="http://schemas.microsoft.com/office/drawing/2014/main" id="{31F53E9E-D238-40F6-B6BB-7430D31E8D62}"/>
              </a:ext>
            </a:extLst>
          </p:cNvPr>
          <p:cNvSpPr>
            <a:spLocks xmlns:a="http://schemas.openxmlformats.org/drawingml/2006/main" noGrp="1"/>
          </p:cNvSpPr>
          <p:nvPr/>
        </p:nvSpPr>
        <p:spPr>
          <a:xfrm xmlns:a="http://schemas.openxmlformats.org/drawingml/2006/main">
            <a:off x="9810750" y="2724150"/>
            <a:ext cx="20383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275" b="0">
                <a:solidFill>
                  <a:srgbClr val="5E6B75"/>
                </a:solidFill>
                <a:latin typeface="Noto Sans KR"/>
                <a:ea typeface="Noto Sans KR"/>
                <a:cs typeface="Noto Sans KR"/>
              </a:defRPr>
            </a:pPr>
            <a:r>
              <a:rPr sz="1275" b="0">
                <a:solidFill>
                  <a:srgbClr val="5E6B75"/>
                </a:solidFill>
                <a:latin typeface="Noto Sans KR"/>
                <a:ea typeface="Noto Sans KR"/>
                <a:cs typeface="Noto Sans KR"/>
              </a:rPr>
              <a:t>대화·terrain·미니게임</a:t>
            </a:r>
          </a:p>
        </p:txBody>
      </p:sp>
      <p:sp>
        <p:nvSpPr>
          <p:cNvPr id="28" name="">
            <a:extLst xmlns:a="http://schemas.openxmlformats.org/drawingml/2006/main">
              <a:ext uri="{FF2B5EF4-FFF2-40B4-BE49-F238E27FC236}">
                <a16:creationId xmlns:a16="http://schemas.microsoft.com/office/drawing/2014/main" id="{795161E0-1344-447C-9BB2-A35DED053DA7}"/>
              </a:ext>
            </a:extLst>
          </p:cNvPr>
          <p:cNvSpPr>
            <a:spLocks xmlns:a="http://schemas.openxmlformats.org/drawingml/2006/main" noGrp="1"/>
          </p:cNvSpPr>
          <p:nvPr/>
        </p:nvSpPr>
        <p:spPr>
          <a:xfrm xmlns:a="http://schemas.openxmlformats.org/drawingml/2006/main">
            <a:off x="628650" y="3714750"/>
            <a:ext cx="10934700" cy="19050"/>
          </a:xfrm>
          <a:prstGeom xmlns:a="http://schemas.openxmlformats.org/drawingml/2006/main" prst="rect">
            <a:avLst/>
          </a:prstGeom>
          <a:solidFill xmlns:a="http://schemas.openxmlformats.org/drawingml/2006/main">
            <a:srgbClr val="CBD4D8"/>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EC566A7F-88A6-4AAB-9E63-4EF51742B9E4}"/>
              </a:ext>
            </a:extLst>
          </p:cNvPr>
          <p:cNvSpPr>
            <a:spLocks xmlns:a="http://schemas.openxmlformats.org/drawingml/2006/main" noGrp="1"/>
          </p:cNvSpPr>
          <p:nvPr/>
        </p:nvSpPr>
        <p:spPr>
          <a:xfrm xmlns:a="http://schemas.openxmlformats.org/drawingml/2006/main">
            <a:off x="685800" y="4000500"/>
            <a:ext cx="1619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575" b="1">
                <a:solidFill>
                  <a:srgbClr val="18788A"/>
                </a:solidFill>
                <a:latin typeface="Noto Sans KR"/>
                <a:ea typeface="Noto Sans KR"/>
                <a:cs typeface="Noto Sans KR"/>
              </a:defRPr>
            </a:pPr>
            <a:r>
              <a:rPr sz="1575" b="1">
                <a:solidFill>
                  <a:srgbClr val="18788A"/>
                </a:solidFill>
                <a:latin typeface="Noto Sans KR"/>
                <a:ea typeface="Noto Sans KR"/>
                <a:cs typeface="Noto Sans KR"/>
              </a:rPr>
              <a:t>지원 기술</a:t>
            </a:r>
          </a:p>
        </p:txBody>
      </p:sp>
      <p:sp>
        <p:nvSpPr>
          <p:cNvPr id="30" name="">
            <a:extLst xmlns:a="http://schemas.openxmlformats.org/drawingml/2006/main">
              <a:ext uri="{FF2B5EF4-FFF2-40B4-BE49-F238E27FC236}">
                <a16:creationId xmlns:a16="http://schemas.microsoft.com/office/drawing/2014/main" id="{1D756CCF-75C2-43FA-A318-008DF2971044}"/>
              </a:ext>
            </a:extLst>
          </p:cNvPr>
          <p:cNvSpPr>
            <a:spLocks xmlns:a="http://schemas.openxmlformats.org/drawingml/2006/main" noGrp="1"/>
          </p:cNvSpPr>
          <p:nvPr/>
        </p:nvSpPr>
        <p:spPr>
          <a:xfrm xmlns:a="http://schemas.openxmlformats.org/drawingml/2006/main">
            <a:off x="838200" y="4457700"/>
            <a:ext cx="1066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425" b="1">
                <a:solidFill>
                  <a:srgbClr val="173042"/>
                </a:solidFill>
                <a:latin typeface="Noto Sans KR"/>
                <a:ea typeface="Noto Sans KR"/>
                <a:cs typeface="Noto Sans KR"/>
              </a:defRPr>
            </a:pPr>
            <a:r>
              <a:rPr sz="1425" b="1">
                <a:solidFill>
                  <a:srgbClr val="173042"/>
                </a:solidFill>
                <a:latin typeface="Noto Sans KR"/>
                <a:ea typeface="Noto Sans KR"/>
                <a:cs typeface="Noto Sans KR"/>
              </a:rPr>
              <a:t>모델</a:t>
            </a:r>
          </a:p>
        </p:txBody>
      </p:sp>
      <p:sp>
        <p:nvSpPr>
          <p:cNvPr id="31" name="">
            <a:extLst xmlns:a="http://schemas.openxmlformats.org/drawingml/2006/main">
              <a:ext uri="{FF2B5EF4-FFF2-40B4-BE49-F238E27FC236}">
                <a16:creationId xmlns:a16="http://schemas.microsoft.com/office/drawing/2014/main" id="{07278E1D-7575-4232-BE23-5EAB3E1A693A}"/>
              </a:ext>
            </a:extLst>
          </p:cNvPr>
          <p:cNvSpPr>
            <a:spLocks xmlns:a="http://schemas.openxmlformats.org/drawingml/2006/main" noGrp="1"/>
          </p:cNvSpPr>
          <p:nvPr/>
        </p:nvSpPr>
        <p:spPr>
          <a:xfrm xmlns:a="http://schemas.openxmlformats.org/drawingml/2006/main">
            <a:off x="2038350" y="4457700"/>
            <a:ext cx="819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500" b="0">
                <a:solidFill>
                  <a:srgbClr val="5E6B75"/>
                </a:solidFill>
                <a:latin typeface="Noto Sans KR"/>
                <a:ea typeface="Noto Sans KR"/>
                <a:cs typeface="Noto Sans KR"/>
              </a:defRPr>
            </a:pPr>
            <a:r>
              <a:rPr sz="1500" b="0">
                <a:solidFill>
                  <a:srgbClr val="5E6B75"/>
                </a:solidFill>
                <a:latin typeface="Noto Sans KR"/>
                <a:ea typeface="Noto Sans KR"/>
                <a:cs typeface="Noto Sans KR"/>
              </a:rPr>
              <a:t>Kanana 1.3B(13억)·3B(30억) 4-bit 비교</a:t>
            </a:r>
          </a:p>
        </p:txBody>
      </p:sp>
      <p:sp>
        <p:nvSpPr>
          <p:cNvPr id="32" name="">
            <a:extLst xmlns:a="http://schemas.openxmlformats.org/drawingml/2006/main">
              <a:ext uri="{FF2B5EF4-FFF2-40B4-BE49-F238E27FC236}">
                <a16:creationId xmlns:a16="http://schemas.microsoft.com/office/drawing/2014/main" id="{66BF2F4B-2C18-4E3C-8E68-B9D2460A85D2}"/>
              </a:ext>
            </a:extLst>
          </p:cNvPr>
          <p:cNvSpPr>
            <a:spLocks xmlns:a="http://schemas.openxmlformats.org/drawingml/2006/main" noGrp="1"/>
          </p:cNvSpPr>
          <p:nvPr/>
        </p:nvSpPr>
        <p:spPr>
          <a:xfrm xmlns:a="http://schemas.openxmlformats.org/drawingml/2006/main">
            <a:off x="838200" y="4914900"/>
            <a:ext cx="1066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425" b="1">
                <a:solidFill>
                  <a:srgbClr val="173042"/>
                </a:solidFill>
                <a:latin typeface="Noto Sans KR"/>
                <a:ea typeface="Noto Sans KR"/>
                <a:cs typeface="Noto Sans KR"/>
              </a:defRPr>
            </a:pPr>
            <a:r>
              <a:rPr sz="1425" b="1">
                <a:solidFill>
                  <a:srgbClr val="173042"/>
                </a:solidFill>
                <a:latin typeface="Noto Sans KR"/>
                <a:ea typeface="Noto Sans KR"/>
                <a:cs typeface="Noto Sans KR"/>
              </a:rPr>
              <a:t>검증</a:t>
            </a:r>
          </a:p>
        </p:txBody>
      </p:sp>
      <p:sp>
        <p:nvSpPr>
          <p:cNvPr id="33" name="">
            <a:extLst xmlns:a="http://schemas.openxmlformats.org/drawingml/2006/main">
              <a:ext uri="{FF2B5EF4-FFF2-40B4-BE49-F238E27FC236}">
                <a16:creationId xmlns:a16="http://schemas.microsoft.com/office/drawing/2014/main" id="{9CA9F532-73FE-4549-A2C3-CBFBABFE4325}"/>
              </a:ext>
            </a:extLst>
          </p:cNvPr>
          <p:cNvSpPr>
            <a:spLocks xmlns:a="http://schemas.openxmlformats.org/drawingml/2006/main" noGrp="1"/>
          </p:cNvSpPr>
          <p:nvPr/>
        </p:nvSpPr>
        <p:spPr>
          <a:xfrm xmlns:a="http://schemas.openxmlformats.org/drawingml/2006/main">
            <a:off x="2038350" y="4914900"/>
            <a:ext cx="819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500" b="0">
                <a:solidFill>
                  <a:srgbClr val="5E6B75"/>
                </a:solidFill>
                <a:latin typeface="Noto Sans KR"/>
                <a:ea typeface="Noto Sans KR"/>
                <a:cs typeface="Noto Sans KR"/>
              </a:defRPr>
            </a:pPr>
            <a:r>
              <a:rPr sz="1500" b="0">
                <a:solidFill>
                  <a:srgbClr val="5E6B75"/>
                </a:solidFill>
                <a:latin typeface="Noto Sans KR"/>
                <a:ea typeface="Noto Sans KR"/>
                <a:cs typeface="Noto Sans KR"/>
              </a:rPr>
              <a:t>Pydantic(파이댄틱), JSON Schema, 의미 검사</a:t>
            </a:r>
          </a:p>
        </p:txBody>
      </p:sp>
      <p:sp>
        <p:nvSpPr>
          <p:cNvPr id="34" name="">
            <a:extLst xmlns:a="http://schemas.openxmlformats.org/drawingml/2006/main">
              <a:ext uri="{FF2B5EF4-FFF2-40B4-BE49-F238E27FC236}">
                <a16:creationId xmlns:a16="http://schemas.microsoft.com/office/drawing/2014/main" id="{98CA9FC4-6B74-4FA6-94A6-551E0D686336}"/>
              </a:ext>
            </a:extLst>
          </p:cNvPr>
          <p:cNvSpPr>
            <a:spLocks xmlns:a="http://schemas.openxmlformats.org/drawingml/2006/main" noGrp="1"/>
          </p:cNvSpPr>
          <p:nvPr/>
        </p:nvSpPr>
        <p:spPr>
          <a:xfrm xmlns:a="http://schemas.openxmlformats.org/drawingml/2006/main">
            <a:off x="838200" y="5372100"/>
            <a:ext cx="1066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425" b="1">
                <a:solidFill>
                  <a:srgbClr val="173042"/>
                </a:solidFill>
                <a:latin typeface="Noto Sans KR"/>
                <a:ea typeface="Noto Sans KR"/>
                <a:cs typeface="Noto Sans KR"/>
              </a:defRPr>
            </a:pPr>
            <a:r>
              <a:rPr sz="1425" b="1">
                <a:solidFill>
                  <a:srgbClr val="173042"/>
                </a:solidFill>
                <a:latin typeface="Noto Sans KR"/>
                <a:ea typeface="Noto Sans KR"/>
                <a:cs typeface="Noto Sans KR"/>
              </a:rPr>
              <a:t>학습</a:t>
            </a:r>
          </a:p>
        </p:txBody>
      </p:sp>
      <p:sp>
        <p:nvSpPr>
          <p:cNvPr id="35" name="">
            <a:extLst xmlns:a="http://schemas.openxmlformats.org/drawingml/2006/main">
              <a:ext uri="{FF2B5EF4-FFF2-40B4-BE49-F238E27FC236}">
                <a16:creationId xmlns:a16="http://schemas.microsoft.com/office/drawing/2014/main" id="{43F8D64D-1184-4B7E-B3B6-7A1F65FB6579}"/>
              </a:ext>
            </a:extLst>
          </p:cNvPr>
          <p:cNvSpPr>
            <a:spLocks xmlns:a="http://schemas.openxmlformats.org/drawingml/2006/main" noGrp="1"/>
          </p:cNvSpPr>
          <p:nvPr/>
        </p:nvSpPr>
        <p:spPr>
          <a:xfrm xmlns:a="http://schemas.openxmlformats.org/drawingml/2006/main">
            <a:off x="2038350" y="5372100"/>
            <a:ext cx="819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500" b="0">
                <a:solidFill>
                  <a:srgbClr val="5E6B75"/>
                </a:solidFill>
                <a:latin typeface="Noto Sans KR"/>
                <a:ea typeface="Noto Sans KR"/>
                <a:cs typeface="Noto Sans KR"/>
              </a:defRPr>
            </a:pPr>
            <a:r>
              <a:rPr sz="1500" b="0">
                <a:solidFill>
                  <a:srgbClr val="5E6B75"/>
                </a:solidFill>
                <a:latin typeface="Noto Sans KR"/>
                <a:ea typeface="Noto Sans KR"/>
                <a:cs typeface="Noto Sans KR"/>
              </a:rPr>
              <a:t>승인·거부 데이터를 축적한 뒤 LoRA 파인튜닝</a:t>
            </a:r>
          </a:p>
        </p:txBody>
      </p:sp>
      <p:sp>
        <p:nvSpPr>
          <p:cNvPr id="36" name="">
            <a:extLst xmlns:a="http://schemas.openxmlformats.org/drawingml/2006/main">
              <a:ext uri="{FF2B5EF4-FFF2-40B4-BE49-F238E27FC236}">
                <a16:creationId xmlns:a16="http://schemas.microsoft.com/office/drawing/2014/main" id="{A1371411-D731-43C3-9A95-2C727ABCF3B0}"/>
              </a:ext>
            </a:extLst>
          </p:cNvPr>
          <p:cNvSpPr>
            <a:spLocks xmlns:a="http://schemas.openxmlformats.org/drawingml/2006/main" noGrp="1"/>
          </p:cNvSpPr>
          <p:nvPr/>
        </p:nvSpPr>
        <p:spPr>
          <a:xfrm xmlns:a="http://schemas.openxmlformats.org/drawingml/2006/main">
            <a:off x="838200" y="5829300"/>
            <a:ext cx="1066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425" b="1">
                <a:solidFill>
                  <a:srgbClr val="173042"/>
                </a:solidFill>
                <a:latin typeface="Noto Sans KR"/>
                <a:ea typeface="Noto Sans KR"/>
                <a:cs typeface="Noto Sans KR"/>
              </a:defRPr>
            </a:pPr>
            <a:r>
              <a:rPr sz="1425" b="1">
                <a:solidFill>
                  <a:srgbClr val="173042"/>
                </a:solidFill>
                <a:latin typeface="Noto Sans KR"/>
                <a:ea typeface="Noto Sans KR"/>
                <a:cs typeface="Noto Sans KR"/>
              </a:rPr>
              <a:t>자동화</a:t>
            </a:r>
          </a:p>
        </p:txBody>
      </p:sp>
      <p:sp>
        <p:nvSpPr>
          <p:cNvPr id="37" name="">
            <a:extLst xmlns:a="http://schemas.openxmlformats.org/drawingml/2006/main">
              <a:ext uri="{FF2B5EF4-FFF2-40B4-BE49-F238E27FC236}">
                <a16:creationId xmlns:a16="http://schemas.microsoft.com/office/drawing/2014/main" id="{ADB8CC47-0425-4D28-B50F-D2C30E6007BD}"/>
              </a:ext>
            </a:extLst>
          </p:cNvPr>
          <p:cNvSpPr>
            <a:spLocks xmlns:a="http://schemas.openxmlformats.org/drawingml/2006/main" noGrp="1"/>
          </p:cNvSpPr>
          <p:nvPr/>
        </p:nvSpPr>
        <p:spPr>
          <a:xfrm xmlns:a="http://schemas.openxmlformats.org/drawingml/2006/main">
            <a:off x="2038350" y="5829300"/>
            <a:ext cx="819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500" b="0">
                <a:solidFill>
                  <a:srgbClr val="5E6B75"/>
                </a:solidFill>
                <a:latin typeface="Noto Sans KR"/>
                <a:ea typeface="Noto Sans KR"/>
                <a:cs typeface="Noto Sans KR"/>
              </a:defRPr>
            </a:pPr>
            <a:r>
              <a:rPr sz="1500" b="0">
                <a:solidFill>
                  <a:srgbClr val="5E6B75"/>
                </a:solidFill>
                <a:latin typeface="Noto Sans KR"/>
                <a:ea typeface="Noto Sans KR"/>
                <a:cs typeface="Noto Sans KR"/>
              </a:rPr>
              <a:t>Codex, CLI, MCP, Git</a:t>
            </a:r>
          </a:p>
        </p:txBody>
      </p:sp>
      <p:sp>
        <p:nvSpPr>
          <p:cNvPr id="38" name="">
            <a:extLst xmlns:a="http://schemas.openxmlformats.org/drawingml/2006/main">
              <a:ext uri="{FF2B5EF4-FFF2-40B4-BE49-F238E27FC236}">
                <a16:creationId xmlns:a16="http://schemas.microsoft.com/office/drawing/2014/main" id="{F1958674-9183-4ADD-AFE1-A2D3D369CB62}"/>
              </a:ext>
            </a:extLst>
          </p:cNvPr>
          <p:cNvSpPr>
            <a:spLocks xmlns:a="http://schemas.openxmlformats.org/drawingml/2006/main" noGrp="1"/>
          </p:cNvSpPr>
          <p:nvPr/>
        </p:nvSpPr>
        <p:spPr>
          <a:xfrm xmlns:a="http://schemas.openxmlformats.org/drawingml/2006/main">
            <a:off x="685800" y="6267450"/>
            <a:ext cx="10820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500" b="1">
                <a:solidFill>
                  <a:srgbClr val="173042"/>
                </a:solidFill>
                <a:latin typeface="Noto Sans KR"/>
                <a:ea typeface="Noto Sans KR"/>
                <a:cs typeface="Noto Sans KR"/>
              </a:defRPr>
            </a:pPr>
            <a:r>
              <a:rPr sz="1500" b="1">
                <a:solidFill>
                  <a:srgbClr val="173042"/>
                </a:solidFill>
                <a:latin typeface="Noto Sans KR"/>
                <a:ea typeface="Noto Sans KR"/>
                <a:cs typeface="Noto Sans KR"/>
              </a:rPr>
              <a:t>좋은 결과와 실패 이유를 함께 저장해 이후 LoRA 학습 데이터로 사용합니다.</a:t>
            </a:r>
          </a:p>
        </p:txBody>
      </p:sp>
    </p:spTree>
    <p:extLst>
      <p:ext uri="{BB962C8B-B14F-4D97-AF65-F5344CB8AC3E}">
        <p14:creationId xmlns:p14="http://schemas.microsoft.com/office/powerpoint/2010/main" val="1521231739"/>
      </p:ext>
    </p:extLst>
  </p:cSld>
</p:sld>
</file>

<file path=ppt/slides/slide6.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A9EF6B2D-148A-406E-B315-CA159505BEEC}"/>
              </a:ext>
            </a:extLst>
          </p:cNvPr>
          <p:cNvSpPr>
            <a:spLocks xmlns:a="http://schemas.openxmlformats.org/drawingml/2006/main" noGrp="1"/>
          </p:cNvSpPr>
          <p:nvPr/>
        </p:nvSpPr>
        <p:spPr>
          <a:xfrm xmlns:a="http://schemas.openxmlformats.org/drawingml/2006/main">
            <a:off x="609600" y="361950"/>
            <a:ext cx="9906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3150" b="1">
                <a:solidFill>
                  <a:srgbClr val="173042"/>
                </a:solidFill>
                <a:latin typeface="Noto Sans KR"/>
                <a:ea typeface="Noto Sans KR"/>
                <a:cs typeface="Noto Sans KR"/>
              </a:defRPr>
            </a:pPr>
            <a:r>
              <a:rPr sz="3150" b="1">
                <a:solidFill>
                  <a:srgbClr val="173042"/>
                </a:solidFill>
                <a:latin typeface="Noto Sans KR"/>
                <a:ea typeface="Noto Sans KR"/>
                <a:cs typeface="Noto Sans KR"/>
              </a:rPr>
              <a:t>검증 기준과 계획 가능성</a:t>
            </a:r>
          </a:p>
        </p:txBody>
      </p:sp>
      <p:sp>
        <p:nvSpPr>
          <p:cNvPr id="2" name="">
            <a:extLst xmlns:a="http://schemas.openxmlformats.org/drawingml/2006/main">
              <a:ext uri="{FF2B5EF4-FFF2-40B4-BE49-F238E27FC236}">
                <a16:creationId xmlns:a16="http://schemas.microsoft.com/office/drawing/2014/main" id="{E31E8128-60EB-4915-A445-966A0AEF8E62}"/>
              </a:ext>
            </a:extLst>
          </p:cNvPr>
          <p:cNvSpPr>
            <a:spLocks xmlns:a="http://schemas.openxmlformats.org/drawingml/2006/main" noGrp="1"/>
          </p:cNvSpPr>
          <p:nvPr/>
        </p:nvSpPr>
        <p:spPr>
          <a:xfrm xmlns:a="http://schemas.openxmlformats.org/drawingml/2006/main">
            <a:off x="11049000" y="400050"/>
            <a:ext cx="5143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r">
              <a:defRPr sz="1500" b="1">
                <a:solidFill>
                  <a:srgbClr val="18788A"/>
                </a:solidFill>
                <a:latin typeface="Noto Sans KR"/>
                <a:ea typeface="Noto Sans KR"/>
                <a:cs typeface="Noto Sans KR"/>
              </a:defRPr>
            </a:pPr>
            <a:r>
              <a:rPr sz="1500" b="1">
                <a:solidFill>
                  <a:srgbClr val="18788A"/>
                </a:solidFill>
                <a:latin typeface="Noto Sans KR"/>
                <a:ea typeface="Noto Sans KR"/>
                <a:cs typeface="Noto Sans KR"/>
              </a:rPr>
              <a:t>06</a:t>
            </a:r>
          </a:p>
        </p:txBody>
      </p:sp>
      <p:sp>
        <p:nvSpPr>
          <p:cNvPr id="3" name="">
            <a:extLst xmlns:a="http://schemas.openxmlformats.org/drawingml/2006/main">
              <a:ext uri="{FF2B5EF4-FFF2-40B4-BE49-F238E27FC236}">
                <a16:creationId xmlns:a16="http://schemas.microsoft.com/office/drawing/2014/main" id="{02C86017-CEEF-4A55-BC45-48667A935643}"/>
              </a:ext>
            </a:extLst>
          </p:cNvPr>
          <p:cNvSpPr>
            <a:spLocks xmlns:a="http://schemas.openxmlformats.org/drawingml/2006/main" noGrp="1"/>
          </p:cNvSpPr>
          <p:nvPr/>
        </p:nvSpPr>
        <p:spPr>
          <a:xfrm xmlns:a="http://schemas.openxmlformats.org/drawingml/2006/main">
            <a:off x="609600" y="1028700"/>
            <a:ext cx="10972800" cy="19050"/>
          </a:xfrm>
          <a:prstGeom xmlns:a="http://schemas.openxmlformats.org/drawingml/2006/main" prst="rect">
            <a:avLst/>
          </a:prstGeom>
          <a:solidFill xmlns:a="http://schemas.openxmlformats.org/drawingml/2006/main">
            <a:srgbClr val="CBD4D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FA3BF1F1-E9B8-41C3-BDBF-26B0B426843F}"/>
              </a:ext>
            </a:extLst>
          </p:cNvPr>
          <p:cNvSpPr>
            <a:spLocks xmlns:a="http://schemas.openxmlformats.org/drawingml/2006/main" noGrp="1"/>
          </p:cNvSpPr>
          <p:nvPr/>
        </p:nvSpPr>
        <p:spPr>
          <a:xfrm xmlns:a="http://schemas.openxmlformats.org/drawingml/2006/main">
            <a:off x="704850" y="1314450"/>
            <a:ext cx="342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650" b="1">
                <a:solidFill>
                  <a:srgbClr val="18788A"/>
                </a:solidFill>
                <a:latin typeface="Noto Sans KR"/>
                <a:ea typeface="Noto Sans KR"/>
                <a:cs typeface="Noto Sans KR"/>
              </a:defRPr>
            </a:pPr>
            <a:r>
              <a:rPr sz="1650" b="1">
                <a:solidFill>
                  <a:srgbClr val="18788A"/>
                </a:solidFill>
                <a:latin typeface="Noto Sans KR"/>
                <a:ea typeface="Noto Sans KR"/>
                <a:cs typeface="Noto Sans KR"/>
              </a:rPr>
              <a:t>먼저 통과해야 하는 기준</a:t>
            </a:r>
          </a:p>
        </p:txBody>
      </p:sp>
      <p:sp>
        <p:nvSpPr>
          <p:cNvPr id="5" name="">
            <a:extLst xmlns:a="http://schemas.openxmlformats.org/drawingml/2006/main">
              <a:ext uri="{FF2B5EF4-FFF2-40B4-BE49-F238E27FC236}">
                <a16:creationId xmlns:a16="http://schemas.microsoft.com/office/drawing/2014/main" id="{BBCC052D-2ABA-4651-8F54-FB7CD848C9A8}"/>
              </a:ext>
            </a:extLst>
          </p:cNvPr>
          <p:cNvSpPr>
            <a:spLocks xmlns:a="http://schemas.openxmlformats.org/drawingml/2006/main" noGrp="1"/>
          </p:cNvSpPr>
          <p:nvPr/>
        </p:nvSpPr>
        <p:spPr>
          <a:xfrm xmlns:a="http://schemas.openxmlformats.org/drawingml/2006/main">
            <a:off x="800100" y="1790700"/>
            <a:ext cx="400050" cy="400050"/>
          </a:xfrm>
          <a:prstGeom xmlns:a="http://schemas.openxmlformats.org/drawingml/2006/main" prst="rect">
            <a:avLst/>
          </a:prstGeom>
          <a:solidFill xmlns:a="http://schemas.openxmlformats.org/drawingml/2006/main">
            <a:srgbClr val="D9854F"/>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800" b="1">
                <a:solidFill>
                  <a:srgbClr val="FFFFFF"/>
                </a:solidFill>
                <a:latin typeface="Noto Sans KR"/>
                <a:ea typeface="Noto Sans KR"/>
                <a:cs typeface="Noto Sans KR"/>
              </a:defRPr>
            </a:pPr>
            <a:r>
              <a:rPr sz="1800" b="1">
                <a:solidFill>
                  <a:srgbClr val="FFFFFF"/>
                </a:solidFill>
                <a:latin typeface="Noto Sans KR"/>
                <a:ea typeface="Noto Sans KR"/>
                <a:cs typeface="Noto Sans KR"/>
              </a:rPr>
              <a:t>✓</a:t>
            </a:r>
          </a:p>
        </p:txBody>
      </p:sp>
      <p:sp>
        <p:nvSpPr>
          <p:cNvPr id="6" name="">
            <a:extLst xmlns:a="http://schemas.openxmlformats.org/drawingml/2006/main">
              <a:ext uri="{FF2B5EF4-FFF2-40B4-BE49-F238E27FC236}">
                <a16:creationId xmlns:a16="http://schemas.microsoft.com/office/drawing/2014/main" id="{1DE182F1-2234-4CBC-AA4B-7FAD6F1112C9}"/>
              </a:ext>
            </a:extLst>
          </p:cNvPr>
          <p:cNvSpPr>
            <a:spLocks xmlns:a="http://schemas.openxmlformats.org/drawingml/2006/main" noGrp="1"/>
          </p:cNvSpPr>
          <p:nvPr/>
        </p:nvSpPr>
        <p:spPr>
          <a:xfrm xmlns:a="http://schemas.openxmlformats.org/drawingml/2006/main">
            <a:off x="1390650" y="1771650"/>
            <a:ext cx="142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650" b="1">
                <a:solidFill>
                  <a:srgbClr val="173042"/>
                </a:solidFill>
                <a:latin typeface="Noto Sans KR"/>
                <a:ea typeface="Noto Sans KR"/>
                <a:cs typeface="Noto Sans KR"/>
              </a:defRPr>
            </a:pPr>
            <a:r>
              <a:rPr sz="1650" b="1">
                <a:solidFill>
                  <a:srgbClr val="173042"/>
                </a:solidFill>
                <a:latin typeface="Noto Sans KR"/>
                <a:ea typeface="Noto Sans KR"/>
                <a:cs typeface="Noto Sans KR"/>
              </a:rPr>
              <a:t>형식</a:t>
            </a:r>
          </a:p>
        </p:txBody>
      </p:sp>
      <p:sp>
        <p:nvSpPr>
          <p:cNvPr id="7" name="">
            <a:extLst xmlns:a="http://schemas.openxmlformats.org/drawingml/2006/main">
              <a:ext uri="{FF2B5EF4-FFF2-40B4-BE49-F238E27FC236}">
                <a16:creationId xmlns:a16="http://schemas.microsoft.com/office/drawing/2014/main" id="{460416F1-6D34-47D2-B0E0-10D1B191D1F4}"/>
              </a:ext>
            </a:extLst>
          </p:cNvPr>
          <p:cNvSpPr>
            <a:spLocks xmlns:a="http://schemas.openxmlformats.org/drawingml/2006/main" noGrp="1"/>
          </p:cNvSpPr>
          <p:nvPr/>
        </p:nvSpPr>
        <p:spPr>
          <a:xfrm xmlns:a="http://schemas.openxmlformats.org/drawingml/2006/main">
            <a:off x="2857500" y="1771650"/>
            <a:ext cx="82677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500" b="0">
                <a:solidFill>
                  <a:srgbClr val="5E6B75"/>
                </a:solidFill>
                <a:latin typeface="Noto Sans KR"/>
                <a:ea typeface="Noto Sans KR"/>
                <a:cs typeface="Noto Sans KR"/>
              </a:defRPr>
            </a:pPr>
            <a:r>
              <a:rPr sz="1500" b="0">
                <a:solidFill>
                  <a:srgbClr val="5E6B75"/>
                </a:solidFill>
                <a:latin typeface="Noto Sans KR"/>
                <a:ea typeface="Noto Sans KR"/>
                <a:cs typeface="Noto Sans KR"/>
              </a:rPr>
              <a:t>JSON·ID·필수 필드 검사와 한국어 인물·장소 보존</a:t>
            </a:r>
          </a:p>
        </p:txBody>
      </p:sp>
      <p:sp>
        <p:nvSpPr>
          <p:cNvPr id="8" name="">
            <a:extLst xmlns:a="http://schemas.openxmlformats.org/drawingml/2006/main">
              <a:ext uri="{FF2B5EF4-FFF2-40B4-BE49-F238E27FC236}">
                <a16:creationId xmlns:a16="http://schemas.microsoft.com/office/drawing/2014/main" id="{1AACF5B9-2C1E-46FB-A02D-6D451409FDD5}"/>
              </a:ext>
            </a:extLst>
          </p:cNvPr>
          <p:cNvSpPr>
            <a:spLocks xmlns:a="http://schemas.openxmlformats.org/drawingml/2006/main" noGrp="1"/>
          </p:cNvSpPr>
          <p:nvPr/>
        </p:nvSpPr>
        <p:spPr>
          <a:xfrm xmlns:a="http://schemas.openxmlformats.org/drawingml/2006/main">
            <a:off x="800100" y="2533650"/>
            <a:ext cx="400050" cy="400050"/>
          </a:xfrm>
          <a:prstGeom xmlns:a="http://schemas.openxmlformats.org/drawingml/2006/main" prst="rect">
            <a:avLst/>
          </a:prstGeom>
          <a:solidFill xmlns:a="http://schemas.openxmlformats.org/drawingml/2006/main">
            <a:srgbClr val="18788A"/>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800" b="1">
                <a:solidFill>
                  <a:srgbClr val="FFFFFF"/>
                </a:solidFill>
                <a:latin typeface="Noto Sans KR"/>
                <a:ea typeface="Noto Sans KR"/>
                <a:cs typeface="Noto Sans KR"/>
              </a:defRPr>
            </a:pPr>
            <a:r>
              <a:rPr sz="1800" b="1">
                <a:solidFill>
                  <a:srgbClr val="FFFFFF"/>
                </a:solidFill>
                <a:latin typeface="Noto Sans KR"/>
                <a:ea typeface="Noto Sans KR"/>
                <a:cs typeface="Noto Sans KR"/>
              </a:rPr>
              <a:t>✓</a:t>
            </a:r>
          </a:p>
        </p:txBody>
      </p:sp>
      <p:sp>
        <p:nvSpPr>
          <p:cNvPr id="9" name="">
            <a:extLst xmlns:a="http://schemas.openxmlformats.org/drawingml/2006/main">
              <a:ext uri="{FF2B5EF4-FFF2-40B4-BE49-F238E27FC236}">
                <a16:creationId xmlns:a16="http://schemas.microsoft.com/office/drawing/2014/main" id="{2CAE48F4-0BF0-4DB6-B4E1-A450EE2B094A}"/>
              </a:ext>
            </a:extLst>
          </p:cNvPr>
          <p:cNvSpPr>
            <a:spLocks xmlns:a="http://schemas.openxmlformats.org/drawingml/2006/main" noGrp="1"/>
          </p:cNvSpPr>
          <p:nvPr/>
        </p:nvSpPr>
        <p:spPr>
          <a:xfrm xmlns:a="http://schemas.openxmlformats.org/drawingml/2006/main">
            <a:off x="1390650" y="2514600"/>
            <a:ext cx="142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650" b="1">
                <a:solidFill>
                  <a:srgbClr val="173042"/>
                </a:solidFill>
                <a:latin typeface="Noto Sans KR"/>
                <a:ea typeface="Noto Sans KR"/>
                <a:cs typeface="Noto Sans KR"/>
              </a:defRPr>
            </a:pPr>
            <a:r>
              <a:rPr sz="1650" b="1">
                <a:solidFill>
                  <a:srgbClr val="173042"/>
                </a:solidFill>
                <a:latin typeface="Noto Sans KR"/>
                <a:ea typeface="Noto Sans KR"/>
                <a:cs typeface="Noto Sans KR"/>
              </a:rPr>
              <a:t>이야기</a:t>
            </a:r>
          </a:p>
        </p:txBody>
      </p:sp>
      <p:sp>
        <p:nvSpPr>
          <p:cNvPr id="10" name="">
            <a:extLst xmlns:a="http://schemas.openxmlformats.org/drawingml/2006/main">
              <a:ext uri="{FF2B5EF4-FFF2-40B4-BE49-F238E27FC236}">
                <a16:creationId xmlns:a16="http://schemas.microsoft.com/office/drawing/2014/main" id="{ECEDE6F7-ADD8-4EC0-B0F5-E1032632FC6D}"/>
              </a:ext>
            </a:extLst>
          </p:cNvPr>
          <p:cNvSpPr>
            <a:spLocks xmlns:a="http://schemas.openxmlformats.org/drawingml/2006/main" noGrp="1"/>
          </p:cNvSpPr>
          <p:nvPr/>
        </p:nvSpPr>
        <p:spPr>
          <a:xfrm xmlns:a="http://schemas.openxmlformats.org/drawingml/2006/main">
            <a:off x="2857500" y="2514600"/>
            <a:ext cx="82677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500" b="0">
                <a:solidFill>
                  <a:srgbClr val="5E6B75"/>
                </a:solidFill>
                <a:latin typeface="Noto Sans KR"/>
                <a:ea typeface="Noto Sans KR"/>
                <a:cs typeface="Noto Sans KR"/>
              </a:defRPr>
            </a:pPr>
            <a:r>
              <a:rPr sz="1500" b="0">
                <a:solidFill>
                  <a:srgbClr val="5E6B75"/>
                </a:solidFill>
                <a:latin typeface="Noto Sans KR"/>
                <a:ea typeface="Noto Sans KR"/>
                <a:cs typeface="Noto Sans KR"/>
              </a:rPr>
              <a:t>앞뒤 문맥과 핵심 사건을 유지하고 현재 루트를 이탈하지 않음</a:t>
            </a:r>
          </a:p>
        </p:txBody>
      </p:sp>
      <p:sp>
        <p:nvSpPr>
          <p:cNvPr id="11" name="">
            <a:extLst xmlns:a="http://schemas.openxmlformats.org/drawingml/2006/main">
              <a:ext uri="{FF2B5EF4-FFF2-40B4-BE49-F238E27FC236}">
                <a16:creationId xmlns:a16="http://schemas.microsoft.com/office/drawing/2014/main" id="{BAA39AA9-7A51-477A-82D8-79358334F38C}"/>
              </a:ext>
            </a:extLst>
          </p:cNvPr>
          <p:cNvSpPr>
            <a:spLocks xmlns:a="http://schemas.openxmlformats.org/drawingml/2006/main" noGrp="1"/>
          </p:cNvSpPr>
          <p:nvPr/>
        </p:nvSpPr>
        <p:spPr>
          <a:xfrm xmlns:a="http://schemas.openxmlformats.org/drawingml/2006/main">
            <a:off x="800100" y="3276600"/>
            <a:ext cx="400050" cy="400050"/>
          </a:xfrm>
          <a:prstGeom xmlns:a="http://schemas.openxmlformats.org/drawingml/2006/main" prst="rect">
            <a:avLst/>
          </a:prstGeom>
          <a:solidFill xmlns:a="http://schemas.openxmlformats.org/drawingml/2006/main">
            <a:srgbClr val="18788A"/>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800" b="1">
                <a:solidFill>
                  <a:srgbClr val="FFFFFF"/>
                </a:solidFill>
                <a:latin typeface="Noto Sans KR"/>
                <a:ea typeface="Noto Sans KR"/>
                <a:cs typeface="Noto Sans KR"/>
              </a:defRPr>
            </a:pPr>
            <a:r>
              <a:rPr sz="1800" b="1">
                <a:solidFill>
                  <a:srgbClr val="FFFFFF"/>
                </a:solidFill>
                <a:latin typeface="Noto Sans KR"/>
                <a:ea typeface="Noto Sans KR"/>
                <a:cs typeface="Noto Sans KR"/>
              </a:rPr>
              <a:t>✓</a:t>
            </a:r>
          </a:p>
        </p:txBody>
      </p:sp>
      <p:sp>
        <p:nvSpPr>
          <p:cNvPr id="12" name="">
            <a:extLst xmlns:a="http://schemas.openxmlformats.org/drawingml/2006/main">
              <a:ext uri="{FF2B5EF4-FFF2-40B4-BE49-F238E27FC236}">
                <a16:creationId xmlns:a16="http://schemas.microsoft.com/office/drawing/2014/main" id="{57EDC52F-3FAB-4A72-B258-112CA217D8FB}"/>
              </a:ext>
            </a:extLst>
          </p:cNvPr>
          <p:cNvSpPr>
            <a:spLocks xmlns:a="http://schemas.openxmlformats.org/drawingml/2006/main" noGrp="1"/>
          </p:cNvSpPr>
          <p:nvPr/>
        </p:nvSpPr>
        <p:spPr>
          <a:xfrm xmlns:a="http://schemas.openxmlformats.org/drawingml/2006/main">
            <a:off x="1390650" y="3257550"/>
            <a:ext cx="142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650" b="1">
                <a:solidFill>
                  <a:srgbClr val="173042"/>
                </a:solidFill>
                <a:latin typeface="Noto Sans KR"/>
                <a:ea typeface="Noto Sans KR"/>
                <a:cs typeface="Noto Sans KR"/>
              </a:defRPr>
            </a:pPr>
            <a:r>
              <a:rPr sz="1650" b="1">
                <a:solidFill>
                  <a:srgbClr val="173042"/>
                </a:solidFill>
                <a:latin typeface="Noto Sans KR"/>
                <a:ea typeface="Noto Sans KR"/>
                <a:cs typeface="Noto Sans KR"/>
              </a:rPr>
              <a:t>품질</a:t>
            </a:r>
          </a:p>
        </p:txBody>
      </p:sp>
      <p:sp>
        <p:nvSpPr>
          <p:cNvPr id="13" name="">
            <a:extLst xmlns:a="http://schemas.openxmlformats.org/drawingml/2006/main">
              <a:ext uri="{FF2B5EF4-FFF2-40B4-BE49-F238E27FC236}">
                <a16:creationId xmlns:a16="http://schemas.microsoft.com/office/drawing/2014/main" id="{069474E4-C386-4A76-99A3-FA361A2B58F0}"/>
              </a:ext>
            </a:extLst>
          </p:cNvPr>
          <p:cNvSpPr>
            <a:spLocks xmlns:a="http://schemas.openxmlformats.org/drawingml/2006/main" noGrp="1"/>
          </p:cNvSpPr>
          <p:nvPr/>
        </p:nvSpPr>
        <p:spPr>
          <a:xfrm xmlns:a="http://schemas.openxmlformats.org/drawingml/2006/main">
            <a:off x="2857500" y="3257550"/>
            <a:ext cx="82677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500" b="0">
                <a:solidFill>
                  <a:srgbClr val="5E6B75"/>
                </a:solidFill>
                <a:latin typeface="Noto Sans KR"/>
                <a:ea typeface="Noto Sans KR"/>
                <a:cs typeface="Noto Sans KR"/>
              </a:defRPr>
            </a:pPr>
            <a:r>
              <a:rPr sz="1500" b="0">
                <a:solidFill>
                  <a:srgbClr val="5E6B75"/>
                </a:solidFill>
                <a:latin typeface="Noto Sans KR"/>
                <a:ea typeface="Noto Sans KR"/>
                <a:cs typeface="Noto Sans KR"/>
              </a:rPr>
              <a:t>1.3B(13억)·3B(30억)의 자연스러움과 원문 복구율 비교</a:t>
            </a:r>
          </a:p>
        </p:txBody>
      </p:sp>
      <p:sp>
        <p:nvSpPr>
          <p:cNvPr id="14" name="">
            <a:extLst xmlns:a="http://schemas.openxmlformats.org/drawingml/2006/main">
              <a:ext uri="{FF2B5EF4-FFF2-40B4-BE49-F238E27FC236}">
                <a16:creationId xmlns:a16="http://schemas.microsoft.com/office/drawing/2014/main" id="{AB3250CB-B3E0-4D31-BF3C-A2F901860F4A}"/>
              </a:ext>
            </a:extLst>
          </p:cNvPr>
          <p:cNvSpPr>
            <a:spLocks xmlns:a="http://schemas.openxmlformats.org/drawingml/2006/main" noGrp="1"/>
          </p:cNvSpPr>
          <p:nvPr/>
        </p:nvSpPr>
        <p:spPr>
          <a:xfrm xmlns:a="http://schemas.openxmlformats.org/drawingml/2006/main">
            <a:off x="800100" y="4019550"/>
            <a:ext cx="400050" cy="400050"/>
          </a:xfrm>
          <a:prstGeom xmlns:a="http://schemas.openxmlformats.org/drawingml/2006/main" prst="rect">
            <a:avLst/>
          </a:prstGeom>
          <a:solidFill xmlns:a="http://schemas.openxmlformats.org/drawingml/2006/main">
            <a:srgbClr val="18788A"/>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800" b="1">
                <a:solidFill>
                  <a:srgbClr val="FFFFFF"/>
                </a:solidFill>
                <a:latin typeface="Noto Sans KR"/>
                <a:ea typeface="Noto Sans KR"/>
                <a:cs typeface="Noto Sans KR"/>
              </a:defRPr>
            </a:pPr>
            <a:r>
              <a:rPr sz="1800" b="1">
                <a:solidFill>
                  <a:srgbClr val="FFFFFF"/>
                </a:solidFill>
                <a:latin typeface="Noto Sans KR"/>
                <a:ea typeface="Noto Sans KR"/>
                <a:cs typeface="Noto Sans KR"/>
              </a:rPr>
              <a:t>✓</a:t>
            </a:r>
          </a:p>
        </p:txBody>
      </p:sp>
      <p:sp>
        <p:nvSpPr>
          <p:cNvPr id="15" name="">
            <a:extLst xmlns:a="http://schemas.openxmlformats.org/drawingml/2006/main">
              <a:ext uri="{FF2B5EF4-FFF2-40B4-BE49-F238E27FC236}">
                <a16:creationId xmlns:a16="http://schemas.microsoft.com/office/drawing/2014/main" id="{B0AA4C90-B719-42DF-82A4-CA0F99A38817}"/>
              </a:ext>
            </a:extLst>
          </p:cNvPr>
          <p:cNvSpPr>
            <a:spLocks xmlns:a="http://schemas.openxmlformats.org/drawingml/2006/main" noGrp="1"/>
          </p:cNvSpPr>
          <p:nvPr/>
        </p:nvSpPr>
        <p:spPr>
          <a:xfrm xmlns:a="http://schemas.openxmlformats.org/drawingml/2006/main">
            <a:off x="1390650" y="4000500"/>
            <a:ext cx="142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650" b="1">
                <a:solidFill>
                  <a:srgbClr val="173042"/>
                </a:solidFill>
                <a:latin typeface="Noto Sans KR"/>
                <a:ea typeface="Noto Sans KR"/>
                <a:cs typeface="Noto Sans KR"/>
              </a:defRPr>
            </a:pPr>
            <a:r>
              <a:rPr sz="1650" b="1">
                <a:solidFill>
                  <a:srgbClr val="173042"/>
                </a:solidFill>
                <a:latin typeface="Noto Sans KR"/>
                <a:ea typeface="Noto Sans KR"/>
                <a:cs typeface="Noto Sans KR"/>
              </a:rPr>
              <a:t>성능</a:t>
            </a:r>
          </a:p>
        </p:txBody>
      </p:sp>
      <p:sp>
        <p:nvSpPr>
          <p:cNvPr id="16" name="">
            <a:extLst xmlns:a="http://schemas.openxmlformats.org/drawingml/2006/main">
              <a:ext uri="{FF2B5EF4-FFF2-40B4-BE49-F238E27FC236}">
                <a16:creationId xmlns:a16="http://schemas.microsoft.com/office/drawing/2014/main" id="{05A098BA-5927-4FFE-B0B2-DD3526E9A4E1}"/>
              </a:ext>
            </a:extLst>
          </p:cNvPr>
          <p:cNvSpPr>
            <a:spLocks xmlns:a="http://schemas.openxmlformats.org/drawingml/2006/main" noGrp="1"/>
          </p:cNvSpPr>
          <p:nvPr/>
        </p:nvSpPr>
        <p:spPr>
          <a:xfrm xmlns:a="http://schemas.openxmlformats.org/drawingml/2006/main">
            <a:off x="2857500" y="4000500"/>
            <a:ext cx="82677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500" b="0">
                <a:solidFill>
                  <a:srgbClr val="5E6B75"/>
                </a:solidFill>
                <a:latin typeface="Noto Sans KR"/>
                <a:ea typeface="Noto Sans KR"/>
                <a:cs typeface="Noto Sans KR"/>
              </a:defRPr>
            </a:pPr>
            <a:r>
              <a:rPr sz="1500" b="0">
                <a:solidFill>
                  <a:srgbClr val="5E6B75"/>
                </a:solidFill>
                <a:latin typeface="Noto Sans KR"/>
                <a:ea typeface="Noto Sans KR"/>
                <a:cs typeface="Noto Sans KR"/>
              </a:rPr>
              <a:t>로딩 시간, 응답 시간, GPU 메모리와 캐시 효과 측정</a:t>
            </a:r>
          </a:p>
        </p:txBody>
      </p:sp>
      <p:sp>
        <p:nvSpPr>
          <p:cNvPr id="17" name="">
            <a:extLst xmlns:a="http://schemas.openxmlformats.org/drawingml/2006/main">
              <a:ext uri="{FF2B5EF4-FFF2-40B4-BE49-F238E27FC236}">
                <a16:creationId xmlns:a16="http://schemas.microsoft.com/office/drawing/2014/main" id="{4DF0EE75-8225-42B7-9364-48D96291D6B3}"/>
              </a:ext>
            </a:extLst>
          </p:cNvPr>
          <p:cNvSpPr>
            <a:spLocks xmlns:a="http://schemas.openxmlformats.org/drawingml/2006/main" noGrp="1"/>
          </p:cNvSpPr>
          <p:nvPr/>
        </p:nvSpPr>
        <p:spPr>
          <a:xfrm xmlns:a="http://schemas.openxmlformats.org/drawingml/2006/main">
            <a:off x="685800" y="4972050"/>
            <a:ext cx="10820400" cy="1238250"/>
          </a:xfrm>
          <a:prstGeom xmlns:a="http://schemas.openxmlformats.org/drawingml/2006/main" prst="roundRect">
            <a:avLst>
              <a:gd name="adj" fmla="val 12308"/>
            </a:avLst>
          </a:prstGeom>
          <a:solidFill xmlns:a="http://schemas.openxmlformats.org/drawingml/2006/main">
            <a:srgbClr val="D9EEF0"/>
          </a:solidFill>
          <a:ln xmlns:a="http://schemas.openxmlformats.org/drawingml/2006/main" w="9525">
            <a:solidFill>
              <a:srgbClr val="CBD4D8"/>
            </a:solidFill>
            <a:prstDash val="solid"/>
          </a:ln>
        </p:spPr>
      </p:sp>
      <p:sp>
        <p:nvSpPr>
          <p:cNvPr id="18" name="">
            <a:extLst xmlns:a="http://schemas.openxmlformats.org/drawingml/2006/main">
              <a:ext uri="{FF2B5EF4-FFF2-40B4-BE49-F238E27FC236}">
                <a16:creationId xmlns:a16="http://schemas.microsoft.com/office/drawing/2014/main" id="{D7F96CE3-D953-4E34-ADE1-99201CDCCFDB}"/>
              </a:ext>
            </a:extLst>
          </p:cNvPr>
          <p:cNvSpPr>
            <a:spLocks xmlns:a="http://schemas.openxmlformats.org/drawingml/2006/main" noGrp="1"/>
          </p:cNvSpPr>
          <p:nvPr/>
        </p:nvSpPr>
        <p:spPr>
          <a:xfrm xmlns:a="http://schemas.openxmlformats.org/drawingml/2006/main">
            <a:off x="914400" y="5162550"/>
            <a:ext cx="171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650" b="1">
                <a:solidFill>
                  <a:srgbClr val="18788A"/>
                </a:solidFill>
                <a:latin typeface="Noto Sans KR"/>
                <a:ea typeface="Noto Sans KR"/>
                <a:cs typeface="Noto Sans KR"/>
              </a:defRPr>
            </a:pPr>
            <a:r>
              <a:rPr sz="1650" b="1">
                <a:solidFill>
                  <a:srgbClr val="18788A"/>
                </a:solidFill>
                <a:latin typeface="Noto Sans KR"/>
                <a:ea typeface="Noto Sans KR"/>
                <a:cs typeface="Noto Sans KR"/>
              </a:rPr>
              <a:t>계획 가능성</a:t>
            </a:r>
          </a:p>
        </p:txBody>
      </p:sp>
      <p:sp>
        <p:nvSpPr>
          <p:cNvPr id="19" name="">
            <a:extLst xmlns:a="http://schemas.openxmlformats.org/drawingml/2006/main">
              <a:ext uri="{FF2B5EF4-FFF2-40B4-BE49-F238E27FC236}">
                <a16:creationId xmlns:a16="http://schemas.microsoft.com/office/drawing/2014/main" id="{C8118717-BAD2-4C53-A43D-2689A9679005}"/>
              </a:ext>
            </a:extLst>
          </p:cNvPr>
          <p:cNvSpPr>
            <a:spLocks xmlns:a="http://schemas.openxmlformats.org/drawingml/2006/main" noGrp="1"/>
          </p:cNvSpPr>
          <p:nvPr/>
        </p:nvSpPr>
        <p:spPr>
          <a:xfrm xmlns:a="http://schemas.openxmlformats.org/drawingml/2006/main">
            <a:off x="2781300" y="5105400"/>
            <a:ext cx="83248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725" b="1">
                <a:solidFill>
                  <a:srgbClr val="173042"/>
                </a:solidFill>
                <a:latin typeface="Noto Sans KR"/>
                <a:ea typeface="Noto Sans KR"/>
                <a:cs typeface="Noto Sans KR"/>
              </a:defRPr>
            </a:pPr>
            <a:r>
              <a:rPr sz="1725" b="1">
                <a:solidFill>
                  <a:srgbClr val="173042"/>
                </a:solidFill>
                <a:latin typeface="Noto Sans KR"/>
                <a:ea typeface="Noto Sans KR"/>
                <a:cs typeface="Noto Sans KR"/>
              </a:rPr>
              <a:t>현재 재시도와 원문 복구가 구현되어 있습니다.</a:t>
            </a:r>
          </a:p>
          <a:p xmlns:a="http://schemas.openxmlformats.org/drawingml/2006/main">
            <a:pPr algn="l">
              <a:defRPr sz="1725" b="1">
                <a:solidFill>
                  <a:srgbClr val="173042"/>
                </a:solidFill>
                <a:latin typeface="Noto Sans KR"/>
                <a:ea typeface="Noto Sans KR"/>
                <a:cs typeface="Noto Sans KR"/>
              </a:defRPr>
            </a:pPr>
            <a:r>
              <a:rPr sz="1725" b="1">
                <a:solidFill>
                  <a:srgbClr val="173042"/>
                </a:solidFill>
                <a:latin typeface="Noto Sans KR"/>
                <a:ea typeface="Noto Sans KR"/>
                <a:cs typeface="Noto Sans KR"/>
              </a:rPr>
              <a:t>입력 표준화와 후보 평가를 추가하고, 승인 데이터가 쌓인 뒤 파인튜닝합니다.</a:t>
            </a:r>
          </a:p>
        </p:txBody>
      </p:sp>
    </p:spTree>
    <p:extLst>
      <p:ext uri="{BB962C8B-B14F-4D97-AF65-F5344CB8AC3E}">
        <p14:creationId xmlns:p14="http://schemas.microsoft.com/office/powerpoint/2010/main" val="370221181"/>
      </p:ext>
    </p:extLst>
  </p:cSld>
</p:sld>
</file>

<file path=ppt/slides/slide7.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7553633-3B93-4466-BAA2-12755CD063FC}"/>
              </a:ext>
            </a:extLst>
          </p:cNvPr>
          <p:cNvSpPr>
            <a:spLocks xmlns:a="http://schemas.openxmlformats.org/drawingml/2006/main" noGrp="1"/>
          </p:cNvSpPr>
          <p:nvPr/>
        </p:nvSpPr>
        <p:spPr>
          <a:xfrm xmlns:a="http://schemas.openxmlformats.org/drawingml/2006/main">
            <a:off x="609600" y="361950"/>
            <a:ext cx="9906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3150" b="1">
                <a:solidFill>
                  <a:srgbClr val="173042"/>
                </a:solidFill>
                <a:latin typeface="Noto Sans KR"/>
                <a:ea typeface="Noto Sans KR"/>
                <a:cs typeface="Noto Sans KR"/>
              </a:defRPr>
            </a:pPr>
            <a:r>
              <a:rPr sz="3150" b="1">
                <a:solidFill>
                  <a:srgbClr val="173042"/>
                </a:solidFill>
                <a:latin typeface="Noto Sans KR"/>
                <a:ea typeface="Noto Sans KR"/>
                <a:cs typeface="Noto Sans KR"/>
              </a:rPr>
              <a:t>유영선 수행 계획</a:t>
            </a:r>
          </a:p>
        </p:txBody>
      </p:sp>
      <p:sp>
        <p:nvSpPr>
          <p:cNvPr id="2" name="">
            <a:extLst xmlns:a="http://schemas.openxmlformats.org/drawingml/2006/main">
              <a:ext uri="{FF2B5EF4-FFF2-40B4-BE49-F238E27FC236}">
                <a16:creationId xmlns:a16="http://schemas.microsoft.com/office/drawing/2014/main" id="{6C3D675F-8083-4B7F-991F-74DDC5F896B2}"/>
              </a:ext>
            </a:extLst>
          </p:cNvPr>
          <p:cNvSpPr>
            <a:spLocks xmlns:a="http://schemas.openxmlformats.org/drawingml/2006/main" noGrp="1"/>
          </p:cNvSpPr>
          <p:nvPr/>
        </p:nvSpPr>
        <p:spPr>
          <a:xfrm xmlns:a="http://schemas.openxmlformats.org/drawingml/2006/main">
            <a:off x="11049000" y="400050"/>
            <a:ext cx="5143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r">
              <a:defRPr sz="1500" b="1">
                <a:solidFill>
                  <a:srgbClr val="18788A"/>
                </a:solidFill>
                <a:latin typeface="Noto Sans KR"/>
                <a:ea typeface="Noto Sans KR"/>
                <a:cs typeface="Noto Sans KR"/>
              </a:defRPr>
            </a:pPr>
            <a:r>
              <a:rPr sz="1500" b="1">
                <a:solidFill>
                  <a:srgbClr val="18788A"/>
                </a:solidFill>
                <a:latin typeface="Noto Sans KR"/>
                <a:ea typeface="Noto Sans KR"/>
                <a:cs typeface="Noto Sans KR"/>
              </a:rPr>
              <a:t>07</a:t>
            </a:r>
          </a:p>
        </p:txBody>
      </p:sp>
      <p:sp>
        <p:nvSpPr>
          <p:cNvPr id="3" name="">
            <a:extLst xmlns:a="http://schemas.openxmlformats.org/drawingml/2006/main">
              <a:ext uri="{FF2B5EF4-FFF2-40B4-BE49-F238E27FC236}">
                <a16:creationId xmlns:a16="http://schemas.microsoft.com/office/drawing/2014/main" id="{5E6DC5DE-55BA-4A7F-B8AB-D59DDC8A9AC9}"/>
              </a:ext>
            </a:extLst>
          </p:cNvPr>
          <p:cNvSpPr>
            <a:spLocks xmlns:a="http://schemas.openxmlformats.org/drawingml/2006/main" noGrp="1"/>
          </p:cNvSpPr>
          <p:nvPr/>
        </p:nvSpPr>
        <p:spPr>
          <a:xfrm xmlns:a="http://schemas.openxmlformats.org/drawingml/2006/main">
            <a:off x="609600" y="1028700"/>
            <a:ext cx="10972800" cy="19050"/>
          </a:xfrm>
          <a:prstGeom xmlns:a="http://schemas.openxmlformats.org/drawingml/2006/main" prst="rect">
            <a:avLst/>
          </a:prstGeom>
          <a:solidFill xmlns:a="http://schemas.openxmlformats.org/drawingml/2006/main">
            <a:srgbClr val="CBD4D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41D0558-B826-4C0C-B71A-B617680A7608}"/>
              </a:ext>
            </a:extLst>
          </p:cNvPr>
          <p:cNvSpPr>
            <a:spLocks xmlns:a="http://schemas.openxmlformats.org/drawingml/2006/main" noGrp="1"/>
          </p:cNvSpPr>
          <p:nvPr/>
        </p:nvSpPr>
        <p:spPr>
          <a:xfrm xmlns:a="http://schemas.openxmlformats.org/drawingml/2006/main">
            <a:off x="8858250" y="1200150"/>
            <a:ext cx="2647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r">
              <a:defRPr sz="1275" b="1">
                <a:solidFill>
                  <a:srgbClr val="5E6B75"/>
                </a:solidFill>
                <a:latin typeface="Noto Sans KR"/>
                <a:ea typeface="Noto Sans KR"/>
                <a:cs typeface="Noto Sans KR"/>
              </a:defRPr>
            </a:pPr>
            <a:r>
              <a:rPr sz="1275" b="1">
                <a:solidFill>
                  <a:srgbClr val="5E6B75"/>
                </a:solidFill>
                <a:latin typeface="Noto Sans KR"/>
                <a:ea typeface="Noto Sans KR"/>
                <a:cs typeface="Noto Sans KR"/>
              </a:rPr>
              <a:t>D 진행·완료   P 계획</a:t>
            </a:r>
          </a:p>
        </p:txBody>
      </p:sp>
      <p:graphicFrame>
        <p:nvGraphicFramePr>
          <p:cNvPr id="11" name=""/>
          <p:cNvGraphicFramePr/>
          <p:nvPr/>
        </p:nvGraphicFramePr>
        <p:xfrm>
          <a:off xmlns:a="http://schemas.openxmlformats.org/drawingml/2006/main" x="514350" y="1543050"/>
          <a:ext xmlns:a="http://schemas.openxmlformats.org/drawingml/2006/main" cx="11163300" cy="4286250"/>
        </p:xfrm>
        <a:graphic xmlns:a="http://schemas.openxmlformats.org/drawingml/2006/main">
          <a:graphicData uri="http://schemas.openxmlformats.org/drawingml/2006/table">
            <a:tbl>
              <a:tblPr/>
              <a:tblGrid>
                <a:gridCol w="2571750"/>
                <a:gridCol w="572738"/>
                <a:gridCol w="572738"/>
                <a:gridCol w="572738"/>
                <a:gridCol w="572738"/>
                <a:gridCol w="572738"/>
                <a:gridCol w="572738"/>
                <a:gridCol w="572738"/>
                <a:gridCol w="572738"/>
                <a:gridCol w="572738"/>
                <a:gridCol w="572738"/>
                <a:gridCol w="572738"/>
                <a:gridCol w="572738"/>
                <a:gridCol w="572738"/>
                <a:gridCol w="572738"/>
                <a:gridCol w="572738"/>
              </a:tblGrid>
              <a:tr h="400050">
                <a:tc>
                  <a:txBody>
                    <a:bodyPr/>
                    <a:lstStyle/>
                    <a:p>
                      <a:pPr algn="ctr"/>
                      <a:r>
                        <a:rPr sz="1200" b="1">
                          <a:solidFill>
                            <a:srgbClr val="FFFFFF"/>
                          </a:solidFill>
                          <a:latin typeface="Noto Sans KR"/>
                          <a:ea typeface="Noto Sans KR"/>
                          <a:cs typeface="Noto Sans KR"/>
                        </a:rPr>
                        <a:t>설계요소</a:t>
                      </a:r>
                    </a:p>
                  </a:txBody>
                  <a:tcPr marL="38100" marR="38100" marT="28575" marB="28575" anchor="ctr">
                    <a:solidFill>
                      <a:srgbClr val="173042"/>
                    </a:solidFill>
                  </a:tcPr>
                </a:tc>
                <a:tc>
                  <a:txBody>
                    <a:bodyPr/>
                    <a:lstStyle/>
                    <a:p>
                      <a:pPr algn="ctr"/>
                      <a:r>
                        <a:rPr sz="1200" b="1">
                          <a:solidFill>
                            <a:srgbClr val="FFFFFF"/>
                          </a:solidFill>
                          <a:latin typeface="Noto Sans KR"/>
                          <a:ea typeface="Noto Sans KR"/>
                          <a:cs typeface="Noto Sans KR"/>
                        </a:rPr>
                        <a:t>1</a:t>
                      </a:r>
                    </a:p>
                  </a:txBody>
                  <a:tcPr marL="38100" marR="38100" marT="28575" marB="28575" anchor="ctr">
                    <a:solidFill>
                      <a:srgbClr val="173042"/>
                    </a:solidFill>
                  </a:tcPr>
                </a:tc>
                <a:tc>
                  <a:txBody>
                    <a:bodyPr/>
                    <a:lstStyle/>
                    <a:p>
                      <a:pPr algn="ctr"/>
                      <a:r>
                        <a:rPr sz="1200" b="1">
                          <a:solidFill>
                            <a:srgbClr val="FFFFFF"/>
                          </a:solidFill>
                          <a:latin typeface="Noto Sans KR"/>
                          <a:ea typeface="Noto Sans KR"/>
                          <a:cs typeface="Noto Sans KR"/>
                        </a:rPr>
                        <a:t>2</a:t>
                      </a:r>
                    </a:p>
                  </a:txBody>
                  <a:tcPr marL="38100" marR="38100" marT="28575" marB="28575" anchor="ctr">
                    <a:solidFill>
                      <a:srgbClr val="173042"/>
                    </a:solidFill>
                  </a:tcPr>
                </a:tc>
                <a:tc>
                  <a:txBody>
                    <a:bodyPr/>
                    <a:lstStyle/>
                    <a:p>
                      <a:pPr algn="ctr"/>
                      <a:r>
                        <a:rPr sz="1200" b="1">
                          <a:solidFill>
                            <a:srgbClr val="FFFFFF"/>
                          </a:solidFill>
                          <a:latin typeface="Noto Sans KR"/>
                          <a:ea typeface="Noto Sans KR"/>
                          <a:cs typeface="Noto Sans KR"/>
                        </a:rPr>
                        <a:t>3</a:t>
                      </a:r>
                    </a:p>
                  </a:txBody>
                  <a:tcPr marL="38100" marR="38100" marT="28575" marB="28575" anchor="ctr">
                    <a:solidFill>
                      <a:srgbClr val="173042"/>
                    </a:solidFill>
                  </a:tcPr>
                </a:tc>
                <a:tc>
                  <a:txBody>
                    <a:bodyPr/>
                    <a:lstStyle/>
                    <a:p>
                      <a:pPr algn="ctr"/>
                      <a:r>
                        <a:rPr sz="1200" b="1">
                          <a:solidFill>
                            <a:srgbClr val="FFFFFF"/>
                          </a:solidFill>
                          <a:latin typeface="Noto Sans KR"/>
                          <a:ea typeface="Noto Sans KR"/>
                          <a:cs typeface="Noto Sans KR"/>
                        </a:rPr>
                        <a:t>4</a:t>
                      </a:r>
                    </a:p>
                  </a:txBody>
                  <a:tcPr marL="38100" marR="38100" marT="28575" marB="28575" anchor="ctr">
                    <a:solidFill>
                      <a:srgbClr val="173042"/>
                    </a:solidFill>
                  </a:tcPr>
                </a:tc>
                <a:tc>
                  <a:txBody>
                    <a:bodyPr/>
                    <a:lstStyle/>
                    <a:p>
                      <a:pPr algn="ctr"/>
                      <a:r>
                        <a:rPr sz="1200" b="1">
                          <a:solidFill>
                            <a:srgbClr val="FFFFFF"/>
                          </a:solidFill>
                          <a:latin typeface="Noto Sans KR"/>
                          <a:ea typeface="Noto Sans KR"/>
                          <a:cs typeface="Noto Sans KR"/>
                        </a:rPr>
                        <a:t>5</a:t>
                      </a:r>
                    </a:p>
                  </a:txBody>
                  <a:tcPr marL="38100" marR="38100" marT="28575" marB="28575" anchor="ctr">
                    <a:solidFill>
                      <a:srgbClr val="173042"/>
                    </a:solidFill>
                  </a:tcPr>
                </a:tc>
                <a:tc>
                  <a:txBody>
                    <a:bodyPr/>
                    <a:lstStyle/>
                    <a:p>
                      <a:pPr algn="ctr"/>
                      <a:r>
                        <a:rPr sz="1200" b="1">
                          <a:solidFill>
                            <a:srgbClr val="FFFFFF"/>
                          </a:solidFill>
                          <a:latin typeface="Noto Sans KR"/>
                          <a:ea typeface="Noto Sans KR"/>
                          <a:cs typeface="Noto Sans KR"/>
                        </a:rPr>
                        <a:t>6</a:t>
                      </a:r>
                    </a:p>
                  </a:txBody>
                  <a:tcPr marL="38100" marR="38100" marT="28575" marB="28575" anchor="ctr">
                    <a:solidFill>
                      <a:srgbClr val="173042"/>
                    </a:solidFill>
                  </a:tcPr>
                </a:tc>
                <a:tc>
                  <a:txBody>
                    <a:bodyPr/>
                    <a:lstStyle/>
                    <a:p>
                      <a:pPr algn="ctr"/>
                      <a:r>
                        <a:rPr sz="1200" b="1">
                          <a:solidFill>
                            <a:srgbClr val="FFFFFF"/>
                          </a:solidFill>
                          <a:latin typeface="Noto Sans KR"/>
                          <a:ea typeface="Noto Sans KR"/>
                          <a:cs typeface="Noto Sans KR"/>
                        </a:rPr>
                        <a:t>7</a:t>
                      </a:r>
                    </a:p>
                  </a:txBody>
                  <a:tcPr marL="38100" marR="38100" marT="28575" marB="28575" anchor="ctr">
                    <a:solidFill>
                      <a:srgbClr val="173042"/>
                    </a:solidFill>
                  </a:tcPr>
                </a:tc>
                <a:tc>
                  <a:txBody>
                    <a:bodyPr/>
                    <a:lstStyle/>
                    <a:p>
                      <a:pPr algn="ctr"/>
                      <a:r>
                        <a:rPr sz="1200" b="1">
                          <a:solidFill>
                            <a:srgbClr val="FFFFFF"/>
                          </a:solidFill>
                          <a:latin typeface="Noto Sans KR"/>
                          <a:ea typeface="Noto Sans KR"/>
                          <a:cs typeface="Noto Sans KR"/>
                        </a:rPr>
                        <a:t>8</a:t>
                      </a:r>
                    </a:p>
                  </a:txBody>
                  <a:tcPr marL="38100" marR="38100" marT="28575" marB="28575" anchor="ctr">
                    <a:solidFill>
                      <a:srgbClr val="173042"/>
                    </a:solidFill>
                  </a:tcPr>
                </a:tc>
                <a:tc>
                  <a:txBody>
                    <a:bodyPr/>
                    <a:lstStyle/>
                    <a:p>
                      <a:pPr algn="ctr"/>
                      <a:r>
                        <a:rPr sz="1200" b="1">
                          <a:solidFill>
                            <a:srgbClr val="FFFFFF"/>
                          </a:solidFill>
                          <a:latin typeface="Noto Sans KR"/>
                          <a:ea typeface="Noto Sans KR"/>
                          <a:cs typeface="Noto Sans KR"/>
                        </a:rPr>
                        <a:t>9</a:t>
                      </a:r>
                    </a:p>
                  </a:txBody>
                  <a:tcPr marL="38100" marR="38100" marT="28575" marB="28575" anchor="ctr">
                    <a:solidFill>
                      <a:srgbClr val="173042"/>
                    </a:solidFill>
                  </a:tcPr>
                </a:tc>
                <a:tc>
                  <a:txBody>
                    <a:bodyPr/>
                    <a:lstStyle/>
                    <a:p>
                      <a:pPr algn="ctr"/>
                      <a:r>
                        <a:rPr sz="1200" b="1">
                          <a:solidFill>
                            <a:srgbClr val="FFFFFF"/>
                          </a:solidFill>
                          <a:latin typeface="Noto Sans KR"/>
                          <a:ea typeface="Noto Sans KR"/>
                          <a:cs typeface="Noto Sans KR"/>
                        </a:rPr>
                        <a:t>10</a:t>
                      </a:r>
                    </a:p>
                  </a:txBody>
                  <a:tcPr marL="38100" marR="38100" marT="28575" marB="28575" anchor="ctr">
                    <a:solidFill>
                      <a:srgbClr val="173042"/>
                    </a:solidFill>
                  </a:tcPr>
                </a:tc>
                <a:tc>
                  <a:txBody>
                    <a:bodyPr/>
                    <a:lstStyle/>
                    <a:p>
                      <a:pPr algn="ctr"/>
                      <a:r>
                        <a:rPr sz="1200" b="1">
                          <a:solidFill>
                            <a:srgbClr val="FFFFFF"/>
                          </a:solidFill>
                          <a:latin typeface="Noto Sans KR"/>
                          <a:ea typeface="Noto Sans KR"/>
                          <a:cs typeface="Noto Sans KR"/>
                        </a:rPr>
                        <a:t>11</a:t>
                      </a:r>
                    </a:p>
                  </a:txBody>
                  <a:tcPr marL="38100" marR="38100" marT="28575" marB="28575" anchor="ctr">
                    <a:solidFill>
                      <a:srgbClr val="173042"/>
                    </a:solidFill>
                  </a:tcPr>
                </a:tc>
                <a:tc>
                  <a:txBody>
                    <a:bodyPr/>
                    <a:lstStyle/>
                    <a:p>
                      <a:pPr algn="ctr"/>
                      <a:r>
                        <a:rPr sz="1200" b="1">
                          <a:solidFill>
                            <a:srgbClr val="FFFFFF"/>
                          </a:solidFill>
                          <a:latin typeface="Noto Sans KR"/>
                          <a:ea typeface="Noto Sans KR"/>
                          <a:cs typeface="Noto Sans KR"/>
                        </a:rPr>
                        <a:t>12</a:t>
                      </a:r>
                    </a:p>
                  </a:txBody>
                  <a:tcPr marL="38100" marR="38100" marT="28575" marB="28575" anchor="ctr">
                    <a:solidFill>
                      <a:srgbClr val="173042"/>
                    </a:solidFill>
                  </a:tcPr>
                </a:tc>
                <a:tc>
                  <a:txBody>
                    <a:bodyPr/>
                    <a:lstStyle/>
                    <a:p>
                      <a:pPr algn="ctr"/>
                      <a:r>
                        <a:rPr sz="1200" b="1">
                          <a:solidFill>
                            <a:srgbClr val="FFFFFF"/>
                          </a:solidFill>
                          <a:latin typeface="Noto Sans KR"/>
                          <a:ea typeface="Noto Sans KR"/>
                          <a:cs typeface="Noto Sans KR"/>
                        </a:rPr>
                        <a:t>13</a:t>
                      </a:r>
                    </a:p>
                  </a:txBody>
                  <a:tcPr marL="38100" marR="38100" marT="28575" marB="28575" anchor="ctr">
                    <a:solidFill>
                      <a:srgbClr val="173042"/>
                    </a:solidFill>
                  </a:tcPr>
                </a:tc>
                <a:tc>
                  <a:txBody>
                    <a:bodyPr/>
                    <a:lstStyle/>
                    <a:p>
                      <a:pPr algn="ctr"/>
                      <a:r>
                        <a:rPr sz="1200" b="1">
                          <a:solidFill>
                            <a:srgbClr val="FFFFFF"/>
                          </a:solidFill>
                          <a:latin typeface="Noto Sans KR"/>
                          <a:ea typeface="Noto Sans KR"/>
                          <a:cs typeface="Noto Sans KR"/>
                        </a:rPr>
                        <a:t>14</a:t>
                      </a:r>
                    </a:p>
                  </a:txBody>
                  <a:tcPr marL="38100" marR="38100" marT="28575" marB="28575" anchor="ctr">
                    <a:solidFill>
                      <a:srgbClr val="173042"/>
                    </a:solidFill>
                  </a:tcPr>
                </a:tc>
                <a:tc>
                  <a:txBody>
                    <a:bodyPr/>
                    <a:lstStyle/>
                    <a:p>
                      <a:pPr algn="ctr"/>
                      <a:r>
                        <a:rPr sz="1200" b="1">
                          <a:solidFill>
                            <a:srgbClr val="FFFFFF"/>
                          </a:solidFill>
                          <a:latin typeface="Noto Sans KR"/>
                          <a:ea typeface="Noto Sans KR"/>
                          <a:cs typeface="Noto Sans KR"/>
                        </a:rPr>
                        <a:t>15</a:t>
                      </a:r>
                    </a:p>
                  </a:txBody>
                  <a:tcPr marL="38100" marR="38100" marT="28575" marB="28575" anchor="ctr">
                    <a:solidFill>
                      <a:srgbClr val="173042"/>
                    </a:solidFill>
                  </a:tcPr>
                </a:tc>
              </a:tr>
              <a:tr h="428625">
                <a:tc>
                  <a:txBody>
                    <a:bodyPr/>
                    <a:lstStyle/>
                    <a:p>
                      <a:pPr algn="l"/>
                      <a:r>
                        <a:rPr sz="975" b="1">
                          <a:solidFill>
                            <a:srgbClr val="173042"/>
                          </a:solidFill>
                          <a:latin typeface="Noto Sans KR"/>
                          <a:ea typeface="Noto Sans KR"/>
                          <a:cs typeface="Noto Sans KR"/>
                        </a:rPr>
                        <a:t>요구사항 및 기존 구조 분석</a:t>
                      </a:r>
                    </a:p>
                  </a:txBody>
                  <a:tcPr marL="66675" marR="38100" marT="28575" marB="28575" anchor="ctr">
                    <a:solidFill>
                      <a:srgbClr val="E9ECEB"/>
                    </a:solidFill>
                  </a:tcPr>
                </a:tc>
                <a:tc>
                  <a:txBody>
                    <a:bodyPr/>
                    <a:lstStyle/>
                    <a:p>
                      <a:pPr algn="ctr"/>
                      <a:r>
                        <a:rPr sz="1125" b="1">
                          <a:solidFill>
                            <a:srgbClr val="B34F2B"/>
                          </a:solidFill>
                          <a:latin typeface="Noto Sans KR"/>
                          <a:ea typeface="Noto Sans KR"/>
                          <a:cs typeface="Noto Sans KR"/>
                        </a:rPr>
                        <a:t>D</a:t>
                      </a:r>
                    </a:p>
                  </a:txBody>
                  <a:tcPr marL="19050" marR="19050" marT="19050" marB="19050" anchor="ctr">
                    <a:solidFill>
                      <a:srgbClr val="F6E6DA"/>
                    </a:solidFill>
                  </a:tcPr>
                </a:tc>
                <a:tc>
                  <a:txBody>
                    <a:bodyPr/>
                    <a:lstStyle/>
                    <a:p>
                      <a:pPr algn="ctr"/>
                      <a:r>
                        <a:rPr sz="1125" b="1">
                          <a:solidFill>
                            <a:srgbClr val="B34F2B"/>
                          </a:solidFill>
                          <a:latin typeface="Noto Sans KR"/>
                          <a:ea typeface="Noto Sans KR"/>
                          <a:cs typeface="Noto Sans KR"/>
                        </a:rPr>
                        <a:t>D</a:t>
                      </a:r>
                    </a:p>
                  </a:txBody>
                  <a:tcPr marL="19050" marR="19050" marT="19050" marB="19050" anchor="ctr">
                    <a:solidFill>
                      <a:srgbClr val="F6E6DA"/>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r>
              <a:tr h="428625">
                <a:tc>
                  <a:txBody>
                    <a:bodyPr/>
                    <a:lstStyle/>
                    <a:p>
                      <a:pPr algn="l"/>
                      <a:r>
                        <a:rPr sz="975" b="1">
                          <a:solidFill>
                            <a:srgbClr val="173042"/>
                          </a:solidFill>
                          <a:latin typeface="Noto Sans KR"/>
                          <a:ea typeface="Noto Sans KR"/>
                          <a:cs typeface="Noto Sans KR"/>
                        </a:rPr>
                        <a:t>선택형 스토리와 저장 구조 정비</a:t>
                      </a:r>
                    </a:p>
                  </a:txBody>
                  <a:tcPr marL="66675" marR="38100" marT="28575" marB="28575" anchor="ctr">
                    <a:solidFill>
                      <a:srgbClr val="E9ECEB"/>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B34F2B"/>
                          </a:solidFill>
                          <a:latin typeface="Noto Sans KR"/>
                          <a:ea typeface="Noto Sans KR"/>
                          <a:cs typeface="Noto Sans KR"/>
                        </a:rPr>
                        <a:t>D</a:t>
                      </a:r>
                    </a:p>
                  </a:txBody>
                  <a:tcPr marL="19050" marR="19050" marT="19050" marB="19050" anchor="ctr">
                    <a:solidFill>
                      <a:srgbClr val="F6E6DA"/>
                    </a:solidFill>
                  </a:tcPr>
                </a:tc>
                <a:tc>
                  <a:txBody>
                    <a:bodyPr/>
                    <a:lstStyle/>
                    <a:p>
                      <a:pPr algn="ctr"/>
                      <a:r>
                        <a:rPr sz="1125" b="1">
                          <a:solidFill>
                            <a:srgbClr val="B34F2B"/>
                          </a:solidFill>
                          <a:latin typeface="Noto Sans KR"/>
                          <a:ea typeface="Noto Sans KR"/>
                          <a:cs typeface="Noto Sans KR"/>
                        </a:rPr>
                        <a:t>D</a:t>
                      </a:r>
                    </a:p>
                  </a:txBody>
                  <a:tcPr marL="19050" marR="19050" marT="19050" marB="19050" anchor="ctr">
                    <a:solidFill>
                      <a:srgbClr val="F6E6DA"/>
                    </a:solidFill>
                  </a:tcPr>
                </a:tc>
                <a:tc>
                  <a:txBody>
                    <a:bodyPr/>
                    <a:lstStyle/>
                    <a:p>
                      <a:pPr algn="ctr"/>
                      <a:r>
                        <a:rPr sz="1125" b="1">
                          <a:solidFill>
                            <a:srgbClr val="B34F2B"/>
                          </a:solidFill>
                          <a:latin typeface="Noto Sans KR"/>
                          <a:ea typeface="Noto Sans KR"/>
                          <a:cs typeface="Noto Sans KR"/>
                        </a:rPr>
                        <a:t>D</a:t>
                      </a:r>
                    </a:p>
                  </a:txBody>
                  <a:tcPr marL="19050" marR="19050" marT="19050" marB="19050" anchor="ctr">
                    <a:solidFill>
                      <a:srgbClr val="F6E6DA"/>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r>
              <a:tr h="428625">
                <a:tc>
                  <a:txBody>
                    <a:bodyPr/>
                    <a:lstStyle/>
                    <a:p>
                      <a:pPr algn="l"/>
                      <a:r>
                        <a:rPr sz="975" b="1">
                          <a:solidFill>
                            <a:srgbClr val="173042"/>
                          </a:solidFill>
                          <a:latin typeface="Noto Sans KR"/>
                          <a:ea typeface="Noto Sans KR"/>
                          <a:cs typeface="Noto Sans KR"/>
                        </a:rPr>
                        <a:t>LLM 이야기 변형 및 응답 검증</a:t>
                      </a:r>
                    </a:p>
                  </a:txBody>
                  <a:tcPr marL="66675" marR="38100" marT="28575" marB="28575" anchor="ctr">
                    <a:solidFill>
                      <a:srgbClr val="E9ECEB"/>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B34F2B"/>
                          </a:solidFill>
                          <a:latin typeface="Noto Sans KR"/>
                          <a:ea typeface="Noto Sans KR"/>
                          <a:cs typeface="Noto Sans KR"/>
                        </a:rPr>
                        <a:t>D</a:t>
                      </a:r>
                    </a:p>
                  </a:txBody>
                  <a:tcPr marL="19050" marR="19050" marT="19050" marB="19050" anchor="ctr">
                    <a:solidFill>
                      <a:srgbClr val="F6E6DA"/>
                    </a:solidFill>
                  </a:tcPr>
                </a:tc>
                <a:tc>
                  <a:txBody>
                    <a:bodyPr/>
                    <a:lstStyle/>
                    <a:p>
                      <a:pPr algn="ctr"/>
                      <a:r>
                        <a:rPr sz="1125" b="1">
                          <a:solidFill>
                            <a:srgbClr val="B34F2B"/>
                          </a:solidFill>
                          <a:latin typeface="Noto Sans KR"/>
                          <a:ea typeface="Noto Sans KR"/>
                          <a:cs typeface="Noto Sans KR"/>
                        </a:rPr>
                        <a:t>D</a:t>
                      </a:r>
                    </a:p>
                  </a:txBody>
                  <a:tcPr marL="19050" marR="19050" marT="19050" marB="19050" anchor="ctr">
                    <a:solidFill>
                      <a:srgbClr val="F6E6DA"/>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r>
              <a:tr h="428625">
                <a:tc>
                  <a:txBody>
                    <a:bodyPr/>
                    <a:lstStyle/>
                    <a:p>
                      <a:pPr algn="l"/>
                      <a:r>
                        <a:rPr sz="975" b="1">
                          <a:solidFill>
                            <a:srgbClr val="173042"/>
                          </a:solidFill>
                          <a:latin typeface="Noto Sans KR"/>
                          <a:ea typeface="Noto Sans KR"/>
                          <a:cs typeface="Noto Sans KR"/>
                        </a:rPr>
                        <a:t>terrain prefab과 JSON 환경 구성</a:t>
                      </a:r>
                    </a:p>
                  </a:txBody>
                  <a:tcPr marL="66675" marR="38100" marT="28575" marB="28575" anchor="ctr">
                    <a:solidFill>
                      <a:srgbClr val="E9ECEB"/>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B34F2B"/>
                          </a:solidFill>
                          <a:latin typeface="Noto Sans KR"/>
                          <a:ea typeface="Noto Sans KR"/>
                          <a:cs typeface="Noto Sans KR"/>
                        </a:rPr>
                        <a:t>D</a:t>
                      </a:r>
                    </a:p>
                  </a:txBody>
                  <a:tcPr marL="19050" marR="19050" marT="19050" marB="19050" anchor="ctr">
                    <a:solidFill>
                      <a:srgbClr val="F6E6DA"/>
                    </a:solidFill>
                  </a:tcPr>
                </a:tc>
                <a:tc>
                  <a:txBody>
                    <a:bodyPr/>
                    <a:lstStyle/>
                    <a:p>
                      <a:pPr algn="ctr"/>
                      <a:r>
                        <a:rPr sz="1125" b="1">
                          <a:solidFill>
                            <a:srgbClr val="B34F2B"/>
                          </a:solidFill>
                          <a:latin typeface="Noto Sans KR"/>
                          <a:ea typeface="Noto Sans KR"/>
                          <a:cs typeface="Noto Sans KR"/>
                        </a:rPr>
                        <a:t>D</a:t>
                      </a:r>
                    </a:p>
                  </a:txBody>
                  <a:tcPr marL="19050" marR="19050" marT="19050" marB="19050" anchor="ctr">
                    <a:solidFill>
                      <a:srgbClr val="F6E6DA"/>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r>
              <a:tr h="428625">
                <a:tc>
                  <a:txBody>
                    <a:bodyPr/>
                    <a:lstStyle/>
                    <a:p>
                      <a:pPr algn="l"/>
                      <a:r>
                        <a:rPr sz="975" b="1">
                          <a:solidFill>
                            <a:srgbClr val="173042"/>
                          </a:solidFill>
                          <a:latin typeface="Noto Sans KR"/>
                          <a:ea typeface="Noto Sans KR"/>
                          <a:cs typeface="Noto Sans KR"/>
                        </a:rPr>
                        <a:t>코인 및 튜토리얼 미니게임 구현</a:t>
                      </a:r>
                    </a:p>
                  </a:txBody>
                  <a:tcPr marL="66675" marR="38100" marT="28575" marB="28575" anchor="ctr">
                    <a:solidFill>
                      <a:srgbClr val="E9ECEB"/>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B34F2B"/>
                          </a:solidFill>
                          <a:latin typeface="Noto Sans KR"/>
                          <a:ea typeface="Noto Sans KR"/>
                          <a:cs typeface="Noto Sans KR"/>
                        </a:rPr>
                        <a:t>D</a:t>
                      </a:r>
                    </a:p>
                  </a:txBody>
                  <a:tcPr marL="19050" marR="19050" marT="19050" marB="19050" anchor="ctr">
                    <a:solidFill>
                      <a:srgbClr val="F6E6DA"/>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r>
              <a:tr h="428625">
                <a:tc>
                  <a:txBody>
                    <a:bodyPr/>
                    <a:lstStyle/>
                    <a:p>
                      <a:pPr algn="l"/>
                      <a:r>
                        <a:rPr sz="975" b="1">
                          <a:solidFill>
                            <a:srgbClr val="173042"/>
                          </a:solidFill>
                          <a:latin typeface="Noto Sans KR"/>
                          <a:ea typeface="Noto Sans KR"/>
                          <a:cs typeface="Noto Sans KR"/>
                        </a:rPr>
                        <a:t>Excel JSON 콘텐츠 관리 절차</a:t>
                      </a:r>
                    </a:p>
                  </a:txBody>
                  <a:tcPr marL="66675" marR="38100" marT="28575" marB="28575" anchor="ctr">
                    <a:solidFill>
                      <a:srgbClr val="E9ECEB"/>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r>
              <a:tr h="428625">
                <a:tc>
                  <a:txBody>
                    <a:bodyPr/>
                    <a:lstStyle/>
                    <a:p>
                      <a:pPr algn="l"/>
                      <a:r>
                        <a:rPr sz="975" b="1">
                          <a:solidFill>
                            <a:srgbClr val="173042"/>
                          </a:solidFill>
                          <a:latin typeface="Noto Sans KR"/>
                          <a:ea typeface="Noto Sans KR"/>
                          <a:cs typeface="Noto Sans KR"/>
                        </a:rPr>
                        <a:t>terrain별 환경 이야기 미니게임</a:t>
                      </a:r>
                    </a:p>
                  </a:txBody>
                  <a:tcPr marL="66675" marR="38100" marT="28575" marB="28575" anchor="ctr">
                    <a:solidFill>
                      <a:srgbClr val="E9ECEB"/>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r>
              <a:tr h="428625">
                <a:tc>
                  <a:txBody>
                    <a:bodyPr/>
                    <a:lstStyle/>
                    <a:p>
                      <a:pPr algn="l"/>
                      <a:r>
                        <a:rPr sz="975" b="1">
                          <a:solidFill>
                            <a:srgbClr val="173042"/>
                          </a:solidFill>
                          <a:latin typeface="Noto Sans KR"/>
                          <a:ea typeface="Noto Sans KR"/>
                          <a:cs typeface="Noto Sans KR"/>
                        </a:rPr>
                        <a:t>한국어 LLM 비교 및 파인튜닝</a:t>
                      </a:r>
                    </a:p>
                  </a:txBody>
                  <a:tcPr marL="66675" marR="38100" marT="28575" marB="28575" anchor="ctr">
                    <a:solidFill>
                      <a:srgbClr val="E9ECEB"/>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r>
              <a:tr h="428625">
                <a:tc>
                  <a:txBody>
                    <a:bodyPr/>
                    <a:lstStyle/>
                    <a:p>
                      <a:pPr algn="l"/>
                      <a:r>
                        <a:rPr sz="975" b="1">
                          <a:solidFill>
                            <a:srgbClr val="173042"/>
                          </a:solidFill>
                          <a:latin typeface="Noto Sans KR"/>
                          <a:ea typeface="Noto Sans KR"/>
                          <a:cs typeface="Noto Sans KR"/>
                        </a:rPr>
                        <a:t>통합 성능 사용성 테스트</a:t>
                      </a:r>
                    </a:p>
                  </a:txBody>
                  <a:tcPr marL="66675" marR="38100" marT="28575" marB="28575" anchor="ctr">
                    <a:solidFill>
                      <a:srgbClr val="E9ECEB"/>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CDC47DA5-E63C-4E12-83D2-1B633187D79A}"/>
              </a:ext>
            </a:extLst>
          </p:cNvPr>
          <p:cNvSpPr>
            <a:spLocks xmlns:a="http://schemas.openxmlformats.org/drawingml/2006/main" noGrp="1"/>
          </p:cNvSpPr>
          <p:nvPr/>
        </p:nvSpPr>
        <p:spPr>
          <a:xfrm xmlns:a="http://schemas.openxmlformats.org/drawingml/2006/main">
            <a:off x="628650" y="6057900"/>
            <a:ext cx="10934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350" b="1">
                <a:solidFill>
                  <a:srgbClr val="173042"/>
                </a:solidFill>
                <a:latin typeface="Noto Sans KR"/>
                <a:ea typeface="Noto Sans KR"/>
                <a:cs typeface="Noto Sans KR"/>
              </a:defRPr>
            </a:pPr>
            <a:r>
              <a:rPr sz="1350" b="1">
                <a:solidFill>
                  <a:srgbClr val="173042"/>
                </a:solidFill>
                <a:latin typeface="Noto Sans KR"/>
                <a:ea typeface="Noto Sans KR"/>
                <a:cs typeface="Noto Sans KR"/>
              </a:rPr>
              <a:t>전반부에는 기존 구조와 데이터 흐름을 정비하고, 후반부에는 한국어 LLM과 콘텐츠 통합 검증에 집중합니다.</a:t>
            </a:r>
          </a:p>
        </p:txBody>
      </p:sp>
    </p:spTree>
    <p:extLst>
      <p:ext uri="{BB962C8B-B14F-4D97-AF65-F5344CB8AC3E}">
        <p14:creationId xmlns:p14="http://schemas.microsoft.com/office/powerpoint/2010/main" val="40848196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2026-09-27T13:07:39.5340000Z</dcterms:created>
  <dcterms:modified xsi:type="dcterms:W3CDTF">2026-09-27T13:07:39.5340000Z</dcterms:modified>
</coreProperties>
</file>
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f6bc4333144cf" /><Relationship Type="http://schemas.openxmlformats.org/officeDocument/2006/relationships/extended-properties" Target="/docProps/app.xml" Id="R9d8dbc84cc524c13" /><Relationship Type="http://schemas.openxmlformats.org/officeDocument/2006/relationships/officeDocument" Target="/ppt/presentation.xml" Id="R08dae1e9dd4c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c63ed05734503"/>
  </p:sldMasterIdLst>
  <p:notesMasterIdLst>
    <p:notesMasterId xmlns:r="http://schemas.openxmlformats.org/officeDocument/2006/relationships" r:id="R59fb262ec1814766"/>
  </p:notesMasterIdLst>
  <p:sldIdLst>
    <p:sldId xmlns:r="http://schemas.openxmlformats.org/officeDocument/2006/relationships" id="256" r:id="R9d8fa51784d643b5"/>
    <p:sldId xmlns:r="http://schemas.openxmlformats.org/officeDocument/2006/relationships" id="257" r:id="Rc49460a07c7f45a3"/>
    <p:sldId xmlns:r="http://schemas.openxmlformats.org/officeDocument/2006/relationships" id="258" r:id="Re675438c35ae4ecf"/>
    <p:sldId xmlns:r="http://schemas.openxmlformats.org/officeDocument/2006/relationships" id="259" r:id="R16e1858e54994389"/>
    <p:sldId xmlns:r="http://schemas.openxmlformats.org/officeDocument/2006/relationships" id="260" r:id="Ra372d718ad194105"/>
    <p:sldId xmlns:r="http://schemas.openxmlformats.org/officeDocument/2006/relationships" id="261" r:id="R2861ad27fc374ae2"/>
    <p:sldId xmlns:r="http://schemas.openxmlformats.org/officeDocument/2006/relationships" id="262" r:id="R5f4cae2c30ad44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df07609de473b" /><Relationship Type="http://schemas.openxmlformats.org/officeDocument/2006/relationships/slideMaster" Target="/ppt/slideMasters/slideMaster1.xml" Id="R958c63ed05734503" /><Relationship Type="http://schemas.openxmlformats.org/officeDocument/2006/relationships/notesMaster" Target="/ppt/notesMasters/notesMaster1.xml" Id="R59fb262ec1814766" /><Relationship Type="http://schemas.openxmlformats.org/officeDocument/2006/relationships/presProps" Target="/ppt/presProps.xml" Id="R90109211ceb94fb8" /><Relationship Type="http://schemas.openxmlformats.org/officeDocument/2006/relationships/tableStyles" Target="/ppt/tableStyles.xml" Id="Rbb33821f9a114f2f" /><Relationship Type="http://schemas.openxmlformats.org/officeDocument/2006/relationships/slide" Target="/ppt/slides/slide1.xml" Id="R9d8fa51784d643b5" /><Relationship Type="http://schemas.openxmlformats.org/officeDocument/2006/relationships/slide" Target="/ppt/slides/slide2.xml" Id="Rc49460a07c7f45a3" /><Relationship Type="http://schemas.openxmlformats.org/officeDocument/2006/relationships/slide" Target="/ppt/slides/slide3.xml" Id="Re675438c35ae4ecf" /><Relationship Type="http://schemas.openxmlformats.org/officeDocument/2006/relationships/slide" Target="/ppt/slides/slide4.xml" Id="R16e1858e54994389" /><Relationship Type="http://schemas.openxmlformats.org/officeDocument/2006/relationships/slide" Target="/ppt/slides/slide5.xml" Id="Ra372d718ad194105" /><Relationship Type="http://schemas.openxmlformats.org/officeDocument/2006/relationships/slide" Target="/ppt/slides/slide6.xml" Id="R2861ad27fc374ae2" /><Relationship Type="http://schemas.openxmlformats.org/officeDocument/2006/relationships/slide" Target="/ppt/slides/slide7.xml" Id="R5f4cae2c30ad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18363a8251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3a59cf1094fbb" /><Relationship Type="http://schemas.openxmlformats.org/officeDocument/2006/relationships/notesMaster" Target="/ppt/notesMasters/notesMaster1.xml" Id="Rd1d88d5634bb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d9ab3bb974137" /><Relationship Type="http://schemas.openxmlformats.org/officeDocument/2006/relationships/notesMaster" Target="/ppt/notesMasters/notesMaster1.xml" Id="R4a3589f1c11b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061de4a02f4810" /><Relationship Type="http://schemas.openxmlformats.org/officeDocument/2006/relationships/notesMaster" Target="/ppt/notesMasters/notesMaster1.xml" Id="R1d219c4a8bec4a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bcecdd62842d0" /><Relationship Type="http://schemas.openxmlformats.org/officeDocument/2006/relationships/notesMaster" Target="/ppt/notesMasters/notesMaster1.xml" Id="R9027b7750eb44a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9f5dcc8ab44de1" /><Relationship Type="http://schemas.openxmlformats.org/officeDocument/2006/relationships/notesMaster" Target="/ppt/notesMasters/notesMaster1.xml" Id="R18e8ae2971f144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d6b708572b43e8" /><Relationship Type="http://schemas.openxmlformats.org/officeDocument/2006/relationships/notesMaster" Target="/ppt/notesMasters/notesMaster1.xml" Id="R66ea6017554a43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c04a396894740" /><Relationship Type="http://schemas.openxmlformats.org/officeDocument/2006/relationships/notesMaster" Target="/ppt/notesMasters/notesMaster1.xml" Id="R8704abc4da0d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발표에서는 프로젝트 전체 설명을 짧게 제시한 뒤, 제가 담당할 내장형 한국어 LLM과 콘텐츠 데이터 제작 과정을 중심으로 설명합니다.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항목 중 설계목표의 명료성과 아이디어의 창의성에 해당하는 내용입니다. Reigns의 선택 방식과 생성형 서사의 장점을 참고하되, 구조화된 상태와 로컬 LLM을 결합하는 점을 차별점으로 설명합니다.</a:t>
            </a:r>
          </a:p>
          <a:p xmlns:a="http://schemas.openxmlformats.org/drawingml/2006/main">
            <a:r>
              <a:t>출처: C:/Users/유영선/Downloads/프로젝트_평가표양식_2026.pdf;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개발 내용보다 제가 맡은 구현 범위를 중심으로 설명합니다. 역할 분담의 적합성과 실제 수행 가능성을 보여 주는 슬라이드입니다.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API가 아니라 게임 내부에서 동작하는 한국어 LLM을 담당합니다. 모델 크기와 성능을 비교하고, 파인튜닝으로 허용된 부분만 변경하도록 학습시킬 계획입니다.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Excel은 기획 검토용 원본, JSON은 Unity 실행 데이터로 사용합니다. 참조 오류를 먼저 검사해 terrain, 사건과 미니게임을 반복해서 추가할 수 있는 구조를 만들 계획입니다.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도구를 단순 코드 생성에만 쓰지 않고 프로젝트 탐색, Unity 조작, 문서화와 반복 테스트에 활용합니다. 평가 기준의 기술 활용성과 계획의 실현 가능성을 설명합니다.</a:t>
            </a:r>
          </a:p>
          <a:p xmlns:a="http://schemas.openxmlformats.org/drawingml/2006/main">
            <a:r>
              <a:t>출처: C:/remote-OneWayVer2/outputs/제안서_유영선_존댓말본.docx; C:/Users/유영선/Downloads/프로젝트_평가표양식_2026.pdf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Word 제안서에서 확정한 유영선 개인 계획만 반영한 표입니다. 기존 구조 분석과 구현을 먼저 진행한 뒤 콘텐츠 확장, LLM 파인튜닝과 통합 테스트로 이어집니다.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edf6d7a3345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d04785fa84acb" /><Relationship Type="http://schemas.openxmlformats.org/officeDocument/2006/relationships/slideLayout" Target="/ppt/slideLayouts/slideLayout1.xml" Id="R58f11e3f897c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f11e3f897c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651fe7b6349ec" /><Relationship Type="http://schemas.openxmlformats.org/officeDocument/2006/relationships/notesSlide" Target="/ppt/notesSlides/notesSlide1.xml" Id="Rb4c5748b9cdb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ca663a9e4426" /><Relationship Type="http://schemas.openxmlformats.org/officeDocument/2006/relationships/notesSlide" Target="/ppt/notesSlides/notesSlide2.xml" Id="R772afb908a58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d0a5520f74037" /><Relationship Type="http://schemas.openxmlformats.org/officeDocument/2006/relationships/notesSlide" Target="/ppt/notesSlides/notesSlide3.xml" Id="R5a476c4ffbd1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c9729d32145f6" /><Relationship Type="http://schemas.openxmlformats.org/officeDocument/2006/relationships/notesSlide" Target="/ppt/notesSlides/notesSlide4.xml" Id="R027ef9368f6e42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fca579c174e40" /><Relationship Type="http://schemas.openxmlformats.org/officeDocument/2006/relationships/notesSlide" Target="/ppt/notesSlides/notesSlide5.xml" Id="R074f8fe8ae1a49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41d5f96f443d4" /><Relationship Type="http://schemas.openxmlformats.org/officeDocument/2006/relationships/notesSlide" Target="/ppt/notesSlides/notesSlide6.xml" Id="R42b28dde1109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90456adc446ab" /><Relationship Type="http://schemas.openxmlformats.org/officeDocument/2006/relationships/notesSlide" Target="/ppt/notesSlides/notesSlide7.xml" Id="R00940456de23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5E845-A692-41E9-9FDB-3F7C017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5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F34D1-ED29-472E-A6BD-9C785D2F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AIML 응용프로젝트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BE82E-F5A3-49D6-8246-E49C687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LLM 기반의 동적 서사 생성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로그라이크 게임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8DCDA-B868-4351-8A55-BDBB2069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rPr>
              <a:t>한국어 LLM을 게임 내부에 내장하고 플레이 기록에 따라</a:t>
            </a:r>
          </a:p>
          <a:p xmlns:a="http://schemas.openxmlformats.org/drawingml/2006/main">
            <a:pPr algn="l">
              <a:def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rPr>
              <a:t>다음 회차의 이야기와 콘텐츠를 변화시키는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89A29-00F0-4CF0-9227-B7EBC272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6299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465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558B2-7B40-41FE-A095-C433E7F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발표자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E46D1-F048-4C8E-A789-4CF7E48F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C211201 유영선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6D469-3753-4863-A50C-37AE764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43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핵심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8F4B3-3729-4164-8A46-F57A123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102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내장 LLM · Excel/JSON · terrain · 미니게임</a:t>
            </a:r>
          </a:p>
        </p:txBody>
      </p:sp>
    </p:spTree>
    <p:extLst>
      <p:ext uri="{BB962C8B-B14F-4D97-AF65-F5344CB8AC3E}">
        <p14:creationId xmlns:p14="http://schemas.microsoft.com/office/powerpoint/2010/main" val="11635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D9F0C-D4C5-4A79-BFDB-29E863C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프로젝트 목표와 차별성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BD603-DFD1-4071-B96B-DE984C3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A63EF-DCDB-4C92-9ACE-429B3BC5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9758A-9D66-424C-A1B3-9976AC6D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6DC80-281E-4C80-9F38-18C64A1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플레이어의 선택과 이전 회차 기록을 사용해 다음 구간의 이야기 표현을 바꾸고,</a:t>
            </a:r>
          </a:p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terrain 환경과 미니게임까지 하나의 반복 플레이 구조로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1F4AF-3ADA-4DB1-95EE-F0DF9D9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DC0A5-E4D6-4AA8-82F2-0E3B000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EDE99-8BB1-4CC8-93B5-13D8125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A3252-84D3-4656-85E1-D36B083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선택, 방문 사건, 인물 관계, 아이템과 해금 상태를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9BDBE-AF37-4616-B886-5DA00BBA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09EC7-572F-4395-9650-638E764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233D2-4897-4FEE-A4CD-45DBA71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D0E22-3179-47F6-A872-97230EB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내장형 한국어 LLM이 허용된 카드 문장과 세부 전개를 변경합니다.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B3F59-C466-429B-8A96-E5997374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E99AB-6326-4FB9-9F7A-CB27FE5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28631-3DAE-47DC-B454-C291C5A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콘텐츠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7D0D9-73BB-4DBD-9326-279678D2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변경된 이야기를 terrain, Encounter와 미니게임 결과에 반영합니다.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BDA88-4D84-4867-832F-C432628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54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854F"/>
                </a:solidFill>
                <a:latin typeface="Noto Sans KR"/>
                <a:ea typeface="Noto Sans KR"/>
                <a:cs typeface="Noto Sans KR"/>
              </a:rPr>
              <a:t>차별성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B1C6F-48A2-4D45-A485-4B4F8480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66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외부 서버 없이도 한국어 이야기 변경 기능을 실행합니다.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자유 생성 범위를 JSON 구조와 게임 상태 안으로 제한해 진행 안정성을 확보합니다.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문장 변화에 그치지 않고 환경, 선택 조건과 미니게임의 연결까지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204397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858B2-A7CF-4A2A-9C04-942FECC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유영선 담당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76C5E-6A3B-4E0D-82B2-E1ACE43E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FB392-0CBF-4268-BDE5-9CF7666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03CB-868B-43EA-80E1-C71A46A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프로젝트에서 제가 직접 설계하고 구현할 네 가지 범위입니다.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129BA-8CA8-4494-903C-EB120B9E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4837D-0EBC-4BB3-AF9C-FCB3C66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49D9-9631-4DED-8CB1-604F290E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한국어 LLM 내장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5C8E2-4FE5-46AF-B8E1-BD5193D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모델 선정, 파인튜닝, 경량화와 로컬 추론 환경을 구성합니다.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A4454-CFEE-42BB-B54D-EA982BED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D8E81-7A5A-4CDD-8951-223093B7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E32DE-5803-44C9-9372-C34CAB47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데이터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83B0A-6B51-4179-80E3-307958B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입력·출력 JSON을 정의하고 문맥, 식별자와 변경 범위를 검사합니다.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CAF7F-5CCD-4BAC-B566-FF5601D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9E778-2DC2-4B1C-8ECE-72D1A02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417DB-F332-4894-A363-4BCD33D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terrain 콘텐츠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25DC9-B283-4DF5-A71D-D66C37D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Excel 원본과 JSON 실행 데이터를 연결해 환경과 사건을 구성합니다.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71FD0-30EA-48EB-8DF3-66FEEB07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F6483-7D3F-4708-8EF5-3E9DC16E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F80DE-434B-4A7A-A922-BF741B6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미니게임과 진행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E49B1-3ED2-469F-B873-34116210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코인, 튜토리얼과 후속 미니게임의 결과를 보상과 이야기로 반영합니다.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71F5D-48FB-4B26-B667-CFD152B1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기존 선택형 스토리 UI, 세이브 데이터와 인벤토리 구조를 발전시키며 새로운 콘텐츠를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420889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66C89-4D5F-425E-962F-48EFE8CB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내장형 한국어 LLM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F2B97-9734-4407-8582-E21FA84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8CDC2-45E0-4C4C-B8DD-A4657A5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1320-B3B7-4C2F-91D2-FD17C50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게임 내부 추론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1FCF1-D527-4736-B091-E4D26247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A1F48-B6B4-4646-B011-BFBF15B8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D7ACE-D275-46F8-AF13-080A679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33BA-26E9-4D2E-99B4-B85AC3F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선택·사건·관계·현재 terrain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7A650-5B6A-4023-879F-25F3BADE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1D0E7-2D66-471A-922E-DBDDB7C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CBFCD-2E64-4FD3-8BBB-C555807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입력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2507-E69C-45D4-90C5-15903FD2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변경 대상 카드와 허용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59673-8C93-4AE8-917F-DB2EBE4A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CF0D0-D089-4A82-B894-7A0F84E8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5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17223-2C06-449E-8244-79FF6C3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로컬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A7F96-E55C-42D5-8B00-F0EC1E2E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한국어 이야기 변경안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F0EDF-E9D4-47F9-97CA-A625121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B58AE-738A-4521-809D-7641CD6F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DB944-18F6-422A-A9D9-BCF7F1C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검증과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547E8-BA58-409E-ADDF-A021205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문맥·형식·식별자 검사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4A07B-269F-42DE-AF9D-963D294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5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검증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F2245-B41A-4F7A-BE29-2576625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33550"/>
            <a:ext cx="4705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인터넷 연결 없이 모델이 정상적으로 로드되는지 확인합니다.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한국어 문장의 자연스러움과 인물·장소의 일관성을 비교합니다.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요청한 JSON 필드와 카드 순서를 유지하는지 검사합니다.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메모리 사용량, 초기 로딩과 추론 시간을 측정합니다.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1F828-5904-46C8-BF34-B8E304B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4686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9418A-F7BE-4B1F-AE39-68B62975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파인튜닝 목표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41B37-B795-48BC-819B-116550B8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사건은 유지하면서 허용된 문장과 세부 전개만 변경하는 한국어 모델</a:t>
            </a:r>
          </a:p>
        </p:txBody>
      </p:sp>
    </p:spTree>
    <p:extLst>
      <p:ext uri="{BB962C8B-B14F-4D97-AF65-F5344CB8AC3E}">
        <p14:creationId xmlns:p14="http://schemas.microsoft.com/office/powerpoint/2010/main" val="1901516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0036D7-511D-4926-88CB-3294B304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Excel·JSON 기반 콘텐츠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78AE7-21C8-4FD4-A81D-6CDD355D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64D8F-52F0-4B18-A3C6-440AD5E5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AA2A5-C1A3-4BB6-9996-0585ED49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기획자가 전체 관계를 확인하고 Unity가 검증된 데이터만 읽도록 제작 절차를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DA97A-03D8-482E-85D5-A051B61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A840C-F270-4DBA-A98A-04997E6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Excel 콘텐츠 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73907-41DD-4B5E-92C8-42D591C5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terrain, 인물, Story, Interaction,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아이템과 미니게임 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B0A46-FA84-4B7B-9DA2-8139791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9E09-6088-4D6D-97D8-E39E1C36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변환·참조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AF88-FEE1-4845-B3DC-4CB93A88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placeId, prefabId, 이야기 경로,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해금 키의 누락과 중복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4090-EE4D-4312-9C4A-4F46C22A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DD76C-E57F-499D-A596-C17AC98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JSON 실행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6C429-9EB9-463E-B0A2-776B7C6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검증된 배치, 조건, 보상과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후속 이야기 연결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0568E-BCEB-498D-ADA9-8AD035D3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6D0EF-59F3-41DA-B31A-1E8A498B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Unity 콘텐츠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4BD26-D92D-44D6-B3A8-FB2CF9FC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 prefab, NPC, Encounter와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미니게임을 실행 시점에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0D305-F82F-41D6-B319-EFD282A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콘텐츠 단위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3BBEE-7F98-42C9-9B51-925F179C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F90DF-4AE8-44FA-AB46-B4C33638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환경 prefab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15121-E3FA-47B1-9DBF-17E8BC3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41E0B-9827-4D7F-BA6B-EB83A7E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등장 인물·사건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09C87-CFAE-4771-A677-2D97B6A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6121D-D2C6-4E98-9B2B-0C4F26F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선택·해금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20864-5847-4F7A-BC88-E41B251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8532B-D472-4505-923E-27CC5BE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미니게임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4ACB8-2248-4885-8DFB-E4773A57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6F26B-A2C6-4DC5-A58A-6893AE8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후속 이야기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0FEC9-8B80-4397-A9B1-90F32C74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새로운 terrain과 미니게임을 기존 코드를 크게 바꾸지 않고 데이터와 모듈 추가 방식으로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196673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1EE14-728C-4077-BED5-0FB307AC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개발 환경과 검증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277DB-155C-4547-84AD-0A134D44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00B6B-3EF2-4761-B91D-82E7203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B9A97-49BD-4279-9C72-E8201F95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개발 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85B79-EBDD-4330-9B47-CB12DDF1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76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B5BC4-6BBF-47E6-AF5A-8E94273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게임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6A8D5-6B83-4374-B9AF-88CF46C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Unity 6.3 LTS · C# · Visual Studio 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86426-022A-47A4-927A-EFC7672A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D99DF-13E2-4145-8BB2-31275A0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FB4A2-BDF1-46FA-B2D0-E5571B96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67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Excel 콘텐츠 맵 · JSON · ScriptableObject · prefab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D1DE9-BA6B-4922-8CEC-7084EE8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4AB61-3ADF-4036-B348-FFC199F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77163-15C9-4252-8856-A9C9FF29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한국어 LLM 파인튜닝 · 경량화 · 로컬 추론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70BC7-BC33-4411-A7B4-14BEDEDF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52540-A630-42B3-8CBB-96A093C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2605B-0CDB-467F-B51F-53A96D2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00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Codex · CLI · MCP · 플러그인 · 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BD125-9354-4DA2-B2CD-3217CDA1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D7B5D-88BB-4ABB-B397-0BA9B09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8FCF6-1F73-4010-A0EA-C13B427D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Git · GitHub Desktop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00898-7524-45A1-A589-CC176CD5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9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검증 계획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AFA58-D54D-4474-847A-9FB8220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C81B2-AC52-4780-A507-917AB69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내장 모델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4685A-F6CA-4DC8-870E-7E22E6CB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오프라인 로드, 메모리와 추론 시간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4A949-14E9-4855-95BE-836987F4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76D2F-6F59-46E9-9A16-3CEE0E2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품질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D0555-530E-4336-9A2B-4BD6949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한국어 자연스러움, 사건과 인물의 일관성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85088-9A8E-4B0C-BACE-109C6024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CA5E4-1C3A-4A3E-B807-A22C668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데이터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E312B-BFAF-4B1D-9CA3-2C35CE77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Excel·JSON 대응, 식별자와 경로 참조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F3F11-5027-4891-89C2-3EF0679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CB502-8EAB-4D7C-83E3-DDE8939E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9C94C-5934-43A2-8A19-ACE745B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006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 배치, 저장 복원과 미니게임 결과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472EE-77DD-4A42-8A08-1464F105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674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생성 결과는 실행과 렌더링 결과로 확인하고, 실패 시 검증된 기본 데이터로 복구합니다.</a:t>
            </a:r>
          </a:p>
        </p:txBody>
      </p:sp>
    </p:spTree>
    <p:extLst>
      <p:ext uri="{BB962C8B-B14F-4D97-AF65-F5344CB8AC3E}">
        <p14:creationId xmlns:p14="http://schemas.microsoft.com/office/powerpoint/2010/main" val="1305417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84CB0-96A8-4EFE-977D-ACB3384D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유영선 주간 수행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52698-AB5F-4923-A9D7-07E57F3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C0FDC-EB2F-4495-9707-B97FE022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DD504-F4FE-4821-AF28-54A5DC4F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D 진행·완료   P 계획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581150"/>
          <a:ext xmlns:a="http://schemas.openxmlformats.org/drawingml/2006/main" cx="111633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  <a:gridCol w="697706"/>
              </a:tblGrid>
              <a:tr h="4514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설계요소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 및 기존 구조 분석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선택형 스토리와 저장 구조 정비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LLM 이야기 변형 및 응답 검증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terrain prefab과 JSON 환경 구성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코인 및 튜토리얼 미니게임 구현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Excel JSON 콘텐츠 관리 절차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terrain별 환경 이야기 미니게임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한국어 LLM 비교 및 파인튜닝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통합 성능 사용성 테스트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2E7DB-806D-4CA9-B262-8B2C93D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전반부에는 기존 구조와 데이터 흐름을 정비하고, 후반부에는 한국어 LLM과 콘텐츠 통합 검증에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1830249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2026-09-25T16:55:59.4320000Z</dcterms:created>
  <dcterms:modified xsi:type="dcterms:W3CDTF">2026-09-25T16:55:59.4320000Z</dcterms:modified>
</coreProperties>
</file>